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colors2.xml" ContentType="application/vnd.openxmlformats-officedocument.drawingml.diagramColors+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quickStyle3.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680"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3ECF10-951C-49C0-A8E0-073DA7B9824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85D220CC-664C-48E3-AA11-3093C2C879BD}">
      <dgm:prSet phldrT="[Text]"/>
      <dgm:spPr/>
      <dgm:t>
        <a:bodyPr/>
        <a:lstStyle/>
        <a:p>
          <a:r>
            <a:rPr lang="en-US" dirty="0" smtClean="0"/>
            <a:t>1</a:t>
          </a:r>
          <a:endParaRPr lang="en-US" dirty="0"/>
        </a:p>
      </dgm:t>
    </dgm:pt>
    <dgm:pt modelId="{8E74DC14-61F2-4CCC-9B03-C5219098A140}" type="parTrans" cxnId="{700126DB-4A10-4FD2-893C-A19099D1816C}">
      <dgm:prSet/>
      <dgm:spPr/>
      <dgm:t>
        <a:bodyPr/>
        <a:lstStyle/>
        <a:p>
          <a:endParaRPr lang="en-US"/>
        </a:p>
      </dgm:t>
    </dgm:pt>
    <dgm:pt modelId="{3680B686-9DBE-4E1D-B74C-CDC72D663784}" type="sibTrans" cxnId="{700126DB-4A10-4FD2-893C-A19099D1816C}">
      <dgm:prSet/>
      <dgm:spPr/>
      <dgm:t>
        <a:bodyPr/>
        <a:lstStyle/>
        <a:p>
          <a:endParaRPr lang="en-US"/>
        </a:p>
      </dgm:t>
    </dgm:pt>
    <dgm:pt modelId="{BD779710-F7BF-4AA0-B05B-056BCF50122B}">
      <dgm:prSet phldrT="[Text]" custT="1"/>
      <dgm:spPr/>
      <dgm:t>
        <a:bodyPr/>
        <a:lstStyle/>
        <a:p>
          <a:r>
            <a:rPr lang="en-US" sz="1400" b="0" i="0" dirty="0" smtClean="0"/>
            <a:t>The initial check and cleaning of Data</a:t>
          </a:r>
          <a:endParaRPr lang="en-US" sz="1400" b="0" dirty="0"/>
        </a:p>
      </dgm:t>
    </dgm:pt>
    <dgm:pt modelId="{ED3C1DA7-B613-4673-A7DF-81AE54F25283}" type="parTrans" cxnId="{3383605D-945C-4873-97FC-A5561092045B}">
      <dgm:prSet/>
      <dgm:spPr/>
      <dgm:t>
        <a:bodyPr/>
        <a:lstStyle/>
        <a:p>
          <a:endParaRPr lang="en-US"/>
        </a:p>
      </dgm:t>
    </dgm:pt>
    <dgm:pt modelId="{5874CEB3-598B-4AF0-B644-C9FC757405CB}" type="sibTrans" cxnId="{3383605D-945C-4873-97FC-A5561092045B}">
      <dgm:prSet/>
      <dgm:spPr/>
      <dgm:t>
        <a:bodyPr/>
        <a:lstStyle/>
        <a:p>
          <a:endParaRPr lang="en-US"/>
        </a:p>
      </dgm:t>
    </dgm:pt>
    <dgm:pt modelId="{200E90FC-459F-4C51-9E41-CA3190297949}">
      <dgm:prSet phldrT="[Text]"/>
      <dgm:spPr/>
      <dgm:t>
        <a:bodyPr/>
        <a:lstStyle/>
        <a:p>
          <a:r>
            <a:rPr lang="en-US" dirty="0" smtClean="0"/>
            <a:t>2</a:t>
          </a:r>
          <a:endParaRPr lang="en-US" dirty="0"/>
        </a:p>
      </dgm:t>
    </dgm:pt>
    <dgm:pt modelId="{D9D7A569-A60F-4335-9F22-D4D1AFFADBBE}" type="parTrans" cxnId="{A0BBE89C-32EA-4163-A592-62327E97A1BD}">
      <dgm:prSet/>
      <dgm:spPr/>
      <dgm:t>
        <a:bodyPr/>
        <a:lstStyle/>
        <a:p>
          <a:endParaRPr lang="en-US"/>
        </a:p>
      </dgm:t>
    </dgm:pt>
    <dgm:pt modelId="{499A229B-281B-4A2D-82C8-10F0381BDEB6}" type="sibTrans" cxnId="{A0BBE89C-32EA-4163-A592-62327E97A1BD}">
      <dgm:prSet/>
      <dgm:spPr/>
      <dgm:t>
        <a:bodyPr/>
        <a:lstStyle/>
        <a:p>
          <a:endParaRPr lang="en-US"/>
        </a:p>
      </dgm:t>
    </dgm:pt>
    <dgm:pt modelId="{AFC3AEC0-A20B-4108-9660-4EB8519A7DE6}">
      <dgm:prSet phldrT="[Text]" custT="1"/>
      <dgm:spPr/>
      <dgm:t>
        <a:bodyPr/>
        <a:lstStyle/>
        <a:p>
          <a:r>
            <a:rPr lang="en-US" sz="1400" dirty="0" smtClean="0"/>
            <a:t>Clean Data</a:t>
          </a:r>
          <a:endParaRPr lang="en-US" sz="1400" dirty="0"/>
        </a:p>
      </dgm:t>
    </dgm:pt>
    <dgm:pt modelId="{52BE2AF2-F1AB-499B-B59A-346D25A254F9}" type="parTrans" cxnId="{BC431125-EC8E-49A5-96BD-00518FA9C218}">
      <dgm:prSet/>
      <dgm:spPr/>
      <dgm:t>
        <a:bodyPr/>
        <a:lstStyle/>
        <a:p>
          <a:endParaRPr lang="en-US"/>
        </a:p>
      </dgm:t>
    </dgm:pt>
    <dgm:pt modelId="{CD4CA67A-47B4-4071-9D21-3C8558AE907E}" type="sibTrans" cxnId="{BC431125-EC8E-49A5-96BD-00518FA9C218}">
      <dgm:prSet/>
      <dgm:spPr/>
      <dgm:t>
        <a:bodyPr/>
        <a:lstStyle/>
        <a:p>
          <a:endParaRPr lang="en-US"/>
        </a:p>
      </dgm:t>
    </dgm:pt>
    <dgm:pt modelId="{6B5F9B5B-7FA3-44C8-954E-B71A476791B2}">
      <dgm:prSet phldrT="[Text]" custT="1"/>
      <dgm:spPr/>
      <dgm:t>
        <a:bodyPr/>
        <a:lstStyle/>
        <a:p>
          <a:r>
            <a:rPr lang="en-US" sz="1400" dirty="0" smtClean="0"/>
            <a:t>Check and fix the Data Types</a:t>
          </a:r>
          <a:endParaRPr lang="en-US" sz="1400" dirty="0"/>
        </a:p>
      </dgm:t>
    </dgm:pt>
    <dgm:pt modelId="{38EF9872-86BE-4E80-9F3A-E97B9804A474}" type="parTrans" cxnId="{8B8AA6E4-1F76-44A7-8259-1EC04B3B3EFB}">
      <dgm:prSet/>
      <dgm:spPr/>
      <dgm:t>
        <a:bodyPr/>
        <a:lstStyle/>
        <a:p>
          <a:endParaRPr lang="en-US"/>
        </a:p>
      </dgm:t>
    </dgm:pt>
    <dgm:pt modelId="{B70EAC24-0F17-41A0-93CF-58CA87FF3CE5}" type="sibTrans" cxnId="{8B8AA6E4-1F76-44A7-8259-1EC04B3B3EFB}">
      <dgm:prSet/>
      <dgm:spPr/>
      <dgm:t>
        <a:bodyPr/>
        <a:lstStyle/>
        <a:p>
          <a:endParaRPr lang="en-US"/>
        </a:p>
      </dgm:t>
    </dgm:pt>
    <dgm:pt modelId="{02A65FDF-E8E5-4060-B331-056F8931E5A2}">
      <dgm:prSet phldrT="[Text]"/>
      <dgm:spPr/>
      <dgm:t>
        <a:bodyPr/>
        <a:lstStyle/>
        <a:p>
          <a:r>
            <a:rPr lang="en-US" dirty="0" smtClean="0"/>
            <a:t>3</a:t>
          </a:r>
          <a:endParaRPr lang="en-US" dirty="0"/>
        </a:p>
      </dgm:t>
    </dgm:pt>
    <dgm:pt modelId="{969DD65D-6475-46DC-A73B-82965B9E236A}" type="parTrans" cxnId="{512C3E2B-5D9F-4644-87B4-219B093A4F6E}">
      <dgm:prSet/>
      <dgm:spPr/>
      <dgm:t>
        <a:bodyPr/>
        <a:lstStyle/>
        <a:p>
          <a:endParaRPr lang="en-US"/>
        </a:p>
      </dgm:t>
    </dgm:pt>
    <dgm:pt modelId="{E50303A3-F495-4543-B1A1-790D1BBF9293}" type="sibTrans" cxnId="{512C3E2B-5D9F-4644-87B4-219B093A4F6E}">
      <dgm:prSet/>
      <dgm:spPr/>
      <dgm:t>
        <a:bodyPr/>
        <a:lstStyle/>
        <a:p>
          <a:endParaRPr lang="en-US"/>
        </a:p>
      </dgm:t>
    </dgm:pt>
    <dgm:pt modelId="{F18DA2CE-ABA3-4B33-A16D-38D805D0B16F}">
      <dgm:prSet phldrT="[Text]" custT="1"/>
      <dgm:spPr/>
      <dgm:t>
        <a:bodyPr/>
        <a:lstStyle/>
        <a:p>
          <a:r>
            <a:rPr lang="en-US" sz="1400" b="0" i="0" dirty="0" smtClean="0"/>
            <a:t>Encoding the Labels &amp; Visualization</a:t>
          </a:r>
          <a:endParaRPr lang="en-US" sz="1400" b="0" dirty="0"/>
        </a:p>
      </dgm:t>
    </dgm:pt>
    <dgm:pt modelId="{87C5347B-5E79-4EAF-ACCC-30EDDD103857}" type="parTrans" cxnId="{0281C7C8-4EE0-423B-8B0B-392DD5A1572F}">
      <dgm:prSet/>
      <dgm:spPr/>
      <dgm:t>
        <a:bodyPr/>
        <a:lstStyle/>
        <a:p>
          <a:endParaRPr lang="en-US"/>
        </a:p>
      </dgm:t>
    </dgm:pt>
    <dgm:pt modelId="{8DCC0002-5234-45C1-96E7-A919331EE12E}" type="sibTrans" cxnId="{0281C7C8-4EE0-423B-8B0B-392DD5A1572F}">
      <dgm:prSet/>
      <dgm:spPr/>
      <dgm:t>
        <a:bodyPr/>
        <a:lstStyle/>
        <a:p>
          <a:endParaRPr lang="en-US"/>
        </a:p>
      </dgm:t>
    </dgm:pt>
    <dgm:pt modelId="{C2887EDB-B0DD-41B8-850C-13303247B297}">
      <dgm:prSet phldrT="[Text]" custT="1"/>
      <dgm:spPr/>
      <dgm:t>
        <a:bodyPr/>
        <a:lstStyle/>
        <a:p>
          <a:r>
            <a:rPr lang="en-US" sz="1400" dirty="0" smtClean="0"/>
            <a:t>Remove unnecessary data &amp; create the new factors</a:t>
          </a:r>
          <a:endParaRPr lang="en-US" sz="1400" dirty="0"/>
        </a:p>
      </dgm:t>
    </dgm:pt>
    <dgm:pt modelId="{A4021E0D-8D1C-46A2-A6BF-F76A8CF6F738}" type="parTrans" cxnId="{18AA48C8-D683-4947-BF45-754F4F335C65}">
      <dgm:prSet/>
      <dgm:spPr/>
      <dgm:t>
        <a:bodyPr/>
        <a:lstStyle/>
        <a:p>
          <a:endParaRPr lang="en-US"/>
        </a:p>
      </dgm:t>
    </dgm:pt>
    <dgm:pt modelId="{DB3639AD-03CF-4EC5-9D8F-38E516953395}" type="sibTrans" cxnId="{18AA48C8-D683-4947-BF45-754F4F335C65}">
      <dgm:prSet/>
      <dgm:spPr/>
      <dgm:t>
        <a:bodyPr/>
        <a:lstStyle/>
        <a:p>
          <a:endParaRPr lang="en-US"/>
        </a:p>
      </dgm:t>
    </dgm:pt>
    <dgm:pt modelId="{BE8CA4EA-02D9-4B45-A3E8-B581C7C8707E}">
      <dgm:prSet phldrT="[Text]"/>
      <dgm:spPr/>
      <dgm:t>
        <a:bodyPr/>
        <a:lstStyle/>
        <a:p>
          <a:endParaRPr lang="en-US" sz="1700" dirty="0"/>
        </a:p>
      </dgm:t>
    </dgm:pt>
    <dgm:pt modelId="{666E38D8-67F3-4F31-A0F6-2717EE3287B1}" type="parTrans" cxnId="{66CC19E9-2127-4F47-A9E3-F9B1A064DCB6}">
      <dgm:prSet/>
      <dgm:spPr/>
      <dgm:t>
        <a:bodyPr/>
        <a:lstStyle/>
        <a:p>
          <a:endParaRPr lang="en-US"/>
        </a:p>
      </dgm:t>
    </dgm:pt>
    <dgm:pt modelId="{010047DA-FFEA-4DE3-9B55-F95AC2B10478}" type="sibTrans" cxnId="{66CC19E9-2127-4F47-A9E3-F9B1A064DCB6}">
      <dgm:prSet/>
      <dgm:spPr/>
      <dgm:t>
        <a:bodyPr/>
        <a:lstStyle/>
        <a:p>
          <a:endParaRPr lang="en-US"/>
        </a:p>
      </dgm:t>
    </dgm:pt>
    <dgm:pt modelId="{DDE85470-AD26-4340-A6A0-AEF4D00145CD}" type="pres">
      <dgm:prSet presAssocID="{B43ECF10-951C-49C0-A8E0-073DA7B98240}" presName="linearFlow" presStyleCnt="0">
        <dgm:presLayoutVars>
          <dgm:dir/>
          <dgm:animLvl val="lvl"/>
          <dgm:resizeHandles val="exact"/>
        </dgm:presLayoutVars>
      </dgm:prSet>
      <dgm:spPr/>
      <dgm:t>
        <a:bodyPr/>
        <a:lstStyle/>
        <a:p>
          <a:endParaRPr lang="en-US"/>
        </a:p>
      </dgm:t>
    </dgm:pt>
    <dgm:pt modelId="{9D6F22CF-9E8D-4AF2-BDDD-8F49559A8F28}" type="pres">
      <dgm:prSet presAssocID="{85D220CC-664C-48E3-AA11-3093C2C879BD}" presName="composite" presStyleCnt="0"/>
      <dgm:spPr/>
    </dgm:pt>
    <dgm:pt modelId="{1D2DB4AA-4DC6-4BB7-BFF5-87CF77F69959}" type="pres">
      <dgm:prSet presAssocID="{85D220CC-664C-48E3-AA11-3093C2C879BD}" presName="parentText" presStyleLbl="alignNode1" presStyleIdx="0" presStyleCnt="3">
        <dgm:presLayoutVars>
          <dgm:chMax val="1"/>
          <dgm:bulletEnabled val="1"/>
        </dgm:presLayoutVars>
      </dgm:prSet>
      <dgm:spPr/>
      <dgm:t>
        <a:bodyPr/>
        <a:lstStyle/>
        <a:p>
          <a:endParaRPr lang="en-US"/>
        </a:p>
      </dgm:t>
    </dgm:pt>
    <dgm:pt modelId="{899D9075-A947-44FA-B8FE-23C6D334A9DC}" type="pres">
      <dgm:prSet presAssocID="{85D220CC-664C-48E3-AA11-3093C2C879BD}" presName="descendantText" presStyleLbl="alignAcc1" presStyleIdx="0" presStyleCnt="3">
        <dgm:presLayoutVars>
          <dgm:bulletEnabled val="1"/>
        </dgm:presLayoutVars>
      </dgm:prSet>
      <dgm:spPr/>
      <dgm:t>
        <a:bodyPr/>
        <a:lstStyle/>
        <a:p>
          <a:endParaRPr lang="en-US"/>
        </a:p>
      </dgm:t>
    </dgm:pt>
    <dgm:pt modelId="{F447B235-3337-4C56-9088-4B055D9AAAD2}" type="pres">
      <dgm:prSet presAssocID="{3680B686-9DBE-4E1D-B74C-CDC72D663784}" presName="sp" presStyleCnt="0"/>
      <dgm:spPr/>
    </dgm:pt>
    <dgm:pt modelId="{85C2F891-71E1-489B-9B29-5DB157ED3AD3}" type="pres">
      <dgm:prSet presAssocID="{200E90FC-459F-4C51-9E41-CA3190297949}" presName="composite" presStyleCnt="0"/>
      <dgm:spPr/>
    </dgm:pt>
    <dgm:pt modelId="{1220B414-0718-468D-90C4-F09DCD0AC4D7}" type="pres">
      <dgm:prSet presAssocID="{200E90FC-459F-4C51-9E41-CA3190297949}" presName="parentText" presStyleLbl="alignNode1" presStyleIdx="1" presStyleCnt="3">
        <dgm:presLayoutVars>
          <dgm:chMax val="1"/>
          <dgm:bulletEnabled val="1"/>
        </dgm:presLayoutVars>
      </dgm:prSet>
      <dgm:spPr/>
      <dgm:t>
        <a:bodyPr/>
        <a:lstStyle/>
        <a:p>
          <a:endParaRPr lang="en-US"/>
        </a:p>
      </dgm:t>
    </dgm:pt>
    <dgm:pt modelId="{062E37C0-2D59-4699-88D2-7630017AC0BB}" type="pres">
      <dgm:prSet presAssocID="{200E90FC-459F-4C51-9E41-CA3190297949}" presName="descendantText" presStyleLbl="alignAcc1" presStyleIdx="1" presStyleCnt="3" custScaleY="112472">
        <dgm:presLayoutVars>
          <dgm:bulletEnabled val="1"/>
        </dgm:presLayoutVars>
      </dgm:prSet>
      <dgm:spPr/>
      <dgm:t>
        <a:bodyPr/>
        <a:lstStyle/>
        <a:p>
          <a:endParaRPr lang="en-US"/>
        </a:p>
      </dgm:t>
    </dgm:pt>
    <dgm:pt modelId="{4202F5B8-34A3-4891-9C68-D4255072DDCA}" type="pres">
      <dgm:prSet presAssocID="{499A229B-281B-4A2D-82C8-10F0381BDEB6}" presName="sp" presStyleCnt="0"/>
      <dgm:spPr/>
    </dgm:pt>
    <dgm:pt modelId="{F6455DE0-C2AA-4946-8282-5380A8ABB0A1}" type="pres">
      <dgm:prSet presAssocID="{02A65FDF-E8E5-4060-B331-056F8931E5A2}" presName="composite" presStyleCnt="0"/>
      <dgm:spPr/>
    </dgm:pt>
    <dgm:pt modelId="{F0C6CB9D-9B4E-4833-8143-5848619207C4}" type="pres">
      <dgm:prSet presAssocID="{02A65FDF-E8E5-4060-B331-056F8931E5A2}" presName="parentText" presStyleLbl="alignNode1" presStyleIdx="2" presStyleCnt="3">
        <dgm:presLayoutVars>
          <dgm:chMax val="1"/>
          <dgm:bulletEnabled val="1"/>
        </dgm:presLayoutVars>
      </dgm:prSet>
      <dgm:spPr/>
      <dgm:t>
        <a:bodyPr/>
        <a:lstStyle/>
        <a:p>
          <a:endParaRPr lang="en-US"/>
        </a:p>
      </dgm:t>
    </dgm:pt>
    <dgm:pt modelId="{93847414-3556-49E1-A7A9-6635A46C7F07}" type="pres">
      <dgm:prSet presAssocID="{02A65FDF-E8E5-4060-B331-056F8931E5A2}" presName="descendantText" presStyleLbl="alignAcc1" presStyleIdx="2" presStyleCnt="3">
        <dgm:presLayoutVars>
          <dgm:bulletEnabled val="1"/>
        </dgm:presLayoutVars>
      </dgm:prSet>
      <dgm:spPr/>
      <dgm:t>
        <a:bodyPr/>
        <a:lstStyle/>
        <a:p>
          <a:endParaRPr lang="en-US"/>
        </a:p>
      </dgm:t>
    </dgm:pt>
  </dgm:ptLst>
  <dgm:cxnLst>
    <dgm:cxn modelId="{12952DE6-2EC9-49B1-8BA8-EC01A8649891}" type="presOf" srcId="{6B5F9B5B-7FA3-44C8-954E-B71A476791B2}" destId="{062E37C0-2D59-4699-88D2-7630017AC0BB}" srcOrd="0" destOrd="1" presId="urn:microsoft.com/office/officeart/2005/8/layout/chevron2"/>
    <dgm:cxn modelId="{0EA475F9-4E49-4854-B27C-D434D0324417}" type="presOf" srcId="{BE8CA4EA-02D9-4B45-A3E8-B581C7C8707E}" destId="{93847414-3556-49E1-A7A9-6635A46C7F07}" srcOrd="0" destOrd="1" presId="urn:microsoft.com/office/officeart/2005/8/layout/chevron2"/>
    <dgm:cxn modelId="{512C3E2B-5D9F-4644-87B4-219B093A4F6E}" srcId="{B43ECF10-951C-49C0-A8E0-073DA7B98240}" destId="{02A65FDF-E8E5-4060-B331-056F8931E5A2}" srcOrd="2" destOrd="0" parTransId="{969DD65D-6475-46DC-A73B-82965B9E236A}" sibTransId="{E50303A3-F495-4543-B1A1-790D1BBF9293}"/>
    <dgm:cxn modelId="{3383605D-945C-4873-97FC-A5561092045B}" srcId="{85D220CC-664C-48E3-AA11-3093C2C879BD}" destId="{BD779710-F7BF-4AA0-B05B-056BCF50122B}" srcOrd="0" destOrd="0" parTransId="{ED3C1DA7-B613-4673-A7DF-81AE54F25283}" sibTransId="{5874CEB3-598B-4AF0-B644-C9FC757405CB}"/>
    <dgm:cxn modelId="{66CC19E9-2127-4F47-A9E3-F9B1A064DCB6}" srcId="{02A65FDF-E8E5-4060-B331-056F8931E5A2}" destId="{BE8CA4EA-02D9-4B45-A3E8-B581C7C8707E}" srcOrd="1" destOrd="0" parTransId="{666E38D8-67F3-4F31-A0F6-2717EE3287B1}" sibTransId="{010047DA-FFEA-4DE3-9B55-F95AC2B10478}"/>
    <dgm:cxn modelId="{15078DE7-8B70-4DF9-B0EF-F66E5A98CF80}" type="presOf" srcId="{C2887EDB-B0DD-41B8-850C-13303247B297}" destId="{062E37C0-2D59-4699-88D2-7630017AC0BB}" srcOrd="0" destOrd="2" presId="urn:microsoft.com/office/officeart/2005/8/layout/chevron2"/>
    <dgm:cxn modelId="{FC640D51-9D45-46DD-B837-62A53A2CA55E}" type="presOf" srcId="{B43ECF10-951C-49C0-A8E0-073DA7B98240}" destId="{DDE85470-AD26-4340-A6A0-AEF4D00145CD}" srcOrd="0" destOrd="0" presId="urn:microsoft.com/office/officeart/2005/8/layout/chevron2"/>
    <dgm:cxn modelId="{18AA48C8-D683-4947-BF45-754F4F335C65}" srcId="{200E90FC-459F-4C51-9E41-CA3190297949}" destId="{C2887EDB-B0DD-41B8-850C-13303247B297}" srcOrd="2" destOrd="0" parTransId="{A4021E0D-8D1C-46A2-A6BF-F76A8CF6F738}" sibTransId="{DB3639AD-03CF-4EC5-9D8F-38E516953395}"/>
    <dgm:cxn modelId="{72888241-4040-411A-A766-C167306340A3}" type="presOf" srcId="{200E90FC-459F-4C51-9E41-CA3190297949}" destId="{1220B414-0718-468D-90C4-F09DCD0AC4D7}" srcOrd="0" destOrd="0" presId="urn:microsoft.com/office/officeart/2005/8/layout/chevron2"/>
    <dgm:cxn modelId="{6420838F-1A58-447B-8C1F-F01F5F3E42B4}" type="presOf" srcId="{BD779710-F7BF-4AA0-B05B-056BCF50122B}" destId="{899D9075-A947-44FA-B8FE-23C6D334A9DC}" srcOrd="0" destOrd="0" presId="urn:microsoft.com/office/officeart/2005/8/layout/chevron2"/>
    <dgm:cxn modelId="{0F411C67-B245-4EAD-9EA9-3E3FB7FAD215}" type="presOf" srcId="{AFC3AEC0-A20B-4108-9660-4EB8519A7DE6}" destId="{062E37C0-2D59-4699-88D2-7630017AC0BB}" srcOrd="0" destOrd="0" presId="urn:microsoft.com/office/officeart/2005/8/layout/chevron2"/>
    <dgm:cxn modelId="{700126DB-4A10-4FD2-893C-A19099D1816C}" srcId="{B43ECF10-951C-49C0-A8E0-073DA7B98240}" destId="{85D220CC-664C-48E3-AA11-3093C2C879BD}" srcOrd="0" destOrd="0" parTransId="{8E74DC14-61F2-4CCC-9B03-C5219098A140}" sibTransId="{3680B686-9DBE-4E1D-B74C-CDC72D663784}"/>
    <dgm:cxn modelId="{AF8F73E8-1C91-4E75-B045-2BBF3061C18E}" type="presOf" srcId="{F18DA2CE-ABA3-4B33-A16D-38D805D0B16F}" destId="{93847414-3556-49E1-A7A9-6635A46C7F07}" srcOrd="0" destOrd="0" presId="urn:microsoft.com/office/officeart/2005/8/layout/chevron2"/>
    <dgm:cxn modelId="{0281C7C8-4EE0-423B-8B0B-392DD5A1572F}" srcId="{02A65FDF-E8E5-4060-B331-056F8931E5A2}" destId="{F18DA2CE-ABA3-4B33-A16D-38D805D0B16F}" srcOrd="0" destOrd="0" parTransId="{87C5347B-5E79-4EAF-ACCC-30EDDD103857}" sibTransId="{8DCC0002-5234-45C1-96E7-A919331EE12E}"/>
    <dgm:cxn modelId="{BC431125-EC8E-49A5-96BD-00518FA9C218}" srcId="{200E90FC-459F-4C51-9E41-CA3190297949}" destId="{AFC3AEC0-A20B-4108-9660-4EB8519A7DE6}" srcOrd="0" destOrd="0" parTransId="{52BE2AF2-F1AB-499B-B59A-346D25A254F9}" sibTransId="{CD4CA67A-47B4-4071-9D21-3C8558AE907E}"/>
    <dgm:cxn modelId="{8B8AA6E4-1F76-44A7-8259-1EC04B3B3EFB}" srcId="{200E90FC-459F-4C51-9E41-CA3190297949}" destId="{6B5F9B5B-7FA3-44C8-954E-B71A476791B2}" srcOrd="1" destOrd="0" parTransId="{38EF9872-86BE-4E80-9F3A-E97B9804A474}" sibTransId="{B70EAC24-0F17-41A0-93CF-58CA87FF3CE5}"/>
    <dgm:cxn modelId="{2DD49081-6C89-423B-AF8A-4DE015121302}" type="presOf" srcId="{02A65FDF-E8E5-4060-B331-056F8931E5A2}" destId="{F0C6CB9D-9B4E-4833-8143-5848619207C4}" srcOrd="0" destOrd="0" presId="urn:microsoft.com/office/officeart/2005/8/layout/chevron2"/>
    <dgm:cxn modelId="{A0BBE89C-32EA-4163-A592-62327E97A1BD}" srcId="{B43ECF10-951C-49C0-A8E0-073DA7B98240}" destId="{200E90FC-459F-4C51-9E41-CA3190297949}" srcOrd="1" destOrd="0" parTransId="{D9D7A569-A60F-4335-9F22-D4D1AFFADBBE}" sibTransId="{499A229B-281B-4A2D-82C8-10F0381BDEB6}"/>
    <dgm:cxn modelId="{326932D2-B04B-4FC0-861C-BD93CD4EED6B}" type="presOf" srcId="{85D220CC-664C-48E3-AA11-3093C2C879BD}" destId="{1D2DB4AA-4DC6-4BB7-BFF5-87CF77F69959}" srcOrd="0" destOrd="0" presId="urn:microsoft.com/office/officeart/2005/8/layout/chevron2"/>
    <dgm:cxn modelId="{8C66A914-E053-4D99-8416-D7934A7337FD}" type="presParOf" srcId="{DDE85470-AD26-4340-A6A0-AEF4D00145CD}" destId="{9D6F22CF-9E8D-4AF2-BDDD-8F49559A8F28}" srcOrd="0" destOrd="0" presId="urn:microsoft.com/office/officeart/2005/8/layout/chevron2"/>
    <dgm:cxn modelId="{BCA81BE5-9E81-4137-BC6F-47DE3B5DC189}" type="presParOf" srcId="{9D6F22CF-9E8D-4AF2-BDDD-8F49559A8F28}" destId="{1D2DB4AA-4DC6-4BB7-BFF5-87CF77F69959}" srcOrd="0" destOrd="0" presId="urn:microsoft.com/office/officeart/2005/8/layout/chevron2"/>
    <dgm:cxn modelId="{B92D7590-B694-47C5-9F8F-24FBB7D4C0B5}" type="presParOf" srcId="{9D6F22CF-9E8D-4AF2-BDDD-8F49559A8F28}" destId="{899D9075-A947-44FA-B8FE-23C6D334A9DC}" srcOrd="1" destOrd="0" presId="urn:microsoft.com/office/officeart/2005/8/layout/chevron2"/>
    <dgm:cxn modelId="{25215EDF-36C7-41DA-8930-7D38495C720B}" type="presParOf" srcId="{DDE85470-AD26-4340-A6A0-AEF4D00145CD}" destId="{F447B235-3337-4C56-9088-4B055D9AAAD2}" srcOrd="1" destOrd="0" presId="urn:microsoft.com/office/officeart/2005/8/layout/chevron2"/>
    <dgm:cxn modelId="{14245A88-6B91-4AB6-B9C1-9D06091358C2}" type="presParOf" srcId="{DDE85470-AD26-4340-A6A0-AEF4D00145CD}" destId="{85C2F891-71E1-489B-9B29-5DB157ED3AD3}" srcOrd="2" destOrd="0" presId="urn:microsoft.com/office/officeart/2005/8/layout/chevron2"/>
    <dgm:cxn modelId="{E2F28B74-B753-4D2B-99F3-67A858DAD057}" type="presParOf" srcId="{85C2F891-71E1-489B-9B29-5DB157ED3AD3}" destId="{1220B414-0718-468D-90C4-F09DCD0AC4D7}" srcOrd="0" destOrd="0" presId="urn:microsoft.com/office/officeart/2005/8/layout/chevron2"/>
    <dgm:cxn modelId="{D9541BDA-3E61-42AB-BC24-7B6CCA9CD39F}" type="presParOf" srcId="{85C2F891-71E1-489B-9B29-5DB157ED3AD3}" destId="{062E37C0-2D59-4699-88D2-7630017AC0BB}" srcOrd="1" destOrd="0" presId="urn:microsoft.com/office/officeart/2005/8/layout/chevron2"/>
    <dgm:cxn modelId="{6FEB0E9F-BEEF-4868-B077-93E141FBBCE4}" type="presParOf" srcId="{DDE85470-AD26-4340-A6A0-AEF4D00145CD}" destId="{4202F5B8-34A3-4891-9C68-D4255072DDCA}" srcOrd="3" destOrd="0" presId="urn:microsoft.com/office/officeart/2005/8/layout/chevron2"/>
    <dgm:cxn modelId="{E517944F-6097-4E82-AE11-062E3A5D13FE}" type="presParOf" srcId="{DDE85470-AD26-4340-A6A0-AEF4D00145CD}" destId="{F6455DE0-C2AA-4946-8282-5380A8ABB0A1}" srcOrd="4" destOrd="0" presId="urn:microsoft.com/office/officeart/2005/8/layout/chevron2"/>
    <dgm:cxn modelId="{9554E865-DC83-4BB1-860E-0FD88D11017B}" type="presParOf" srcId="{F6455DE0-C2AA-4946-8282-5380A8ABB0A1}" destId="{F0C6CB9D-9B4E-4833-8143-5848619207C4}" srcOrd="0" destOrd="0" presId="urn:microsoft.com/office/officeart/2005/8/layout/chevron2"/>
    <dgm:cxn modelId="{B2AC51A4-9D6D-4F9F-95B8-A9FEBA2D605F}" type="presParOf" srcId="{F6455DE0-C2AA-4946-8282-5380A8ABB0A1}" destId="{93847414-3556-49E1-A7A9-6635A46C7F07}" srcOrd="1" destOrd="0" presId="urn:microsoft.com/office/officeart/2005/8/layout/chevron2"/>
  </dgm:cxnLst>
  <dgm:bg/>
  <dgm:whole/>
</dgm:dataModel>
</file>

<file path=ppt/diagrams/data2.xml><?xml version="1.0" encoding="utf-8"?>
<dgm:dataModel xmlns:dgm="http://schemas.openxmlformats.org/drawingml/2006/diagram" xmlns:a="http://schemas.openxmlformats.org/drawingml/2006/main">
  <dgm:ptLst>
    <dgm:pt modelId="{B847ECFC-80C4-4C27-A894-AC3562B60BF8}"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674B23D3-693D-44F0-AF09-CB344900B13A}">
      <dgm:prSet phldrT="[Text]"/>
      <dgm:spPr/>
      <dgm:t>
        <a:bodyPr/>
        <a:lstStyle/>
        <a:p>
          <a:r>
            <a:rPr lang="en-US" dirty="0" smtClean="0"/>
            <a:t>4</a:t>
          </a:r>
          <a:endParaRPr lang="en-US" dirty="0"/>
        </a:p>
      </dgm:t>
    </dgm:pt>
    <dgm:pt modelId="{57702D02-6996-4C39-9F3E-7C22E102B2EB}" type="parTrans" cxnId="{789F6620-1C4E-475F-B24C-C21945615EA6}">
      <dgm:prSet/>
      <dgm:spPr/>
      <dgm:t>
        <a:bodyPr/>
        <a:lstStyle/>
        <a:p>
          <a:endParaRPr lang="en-US"/>
        </a:p>
      </dgm:t>
    </dgm:pt>
    <dgm:pt modelId="{C33BC031-A3F5-43F5-BF68-D5650C7195D1}" type="sibTrans" cxnId="{789F6620-1C4E-475F-B24C-C21945615EA6}">
      <dgm:prSet/>
      <dgm:spPr/>
      <dgm:t>
        <a:bodyPr/>
        <a:lstStyle/>
        <a:p>
          <a:endParaRPr lang="en-US"/>
        </a:p>
      </dgm:t>
    </dgm:pt>
    <dgm:pt modelId="{0B70137B-E9C5-4C0B-9912-808E0D7F9531}">
      <dgm:prSet phldrT="[Text]" custT="1"/>
      <dgm:spPr/>
      <dgm:t>
        <a:bodyPr/>
        <a:lstStyle/>
        <a:p>
          <a:r>
            <a:rPr lang="en-US" sz="1400" b="0" i="0" dirty="0" smtClean="0"/>
            <a:t>Visualizing the Relationship among variables</a:t>
          </a:r>
          <a:endParaRPr lang="en-US" sz="1400" b="0" dirty="0"/>
        </a:p>
      </dgm:t>
    </dgm:pt>
    <dgm:pt modelId="{59602A99-7AC9-4AC9-80D3-B895B1634305}" type="parTrans" cxnId="{82D57AEA-8FCC-406E-80B2-5AF191C34071}">
      <dgm:prSet/>
      <dgm:spPr/>
      <dgm:t>
        <a:bodyPr/>
        <a:lstStyle/>
        <a:p>
          <a:endParaRPr lang="en-US"/>
        </a:p>
      </dgm:t>
    </dgm:pt>
    <dgm:pt modelId="{FEAA039A-D296-48E6-A26A-FEAED0FC39F4}" type="sibTrans" cxnId="{82D57AEA-8FCC-406E-80B2-5AF191C34071}">
      <dgm:prSet/>
      <dgm:spPr/>
      <dgm:t>
        <a:bodyPr/>
        <a:lstStyle/>
        <a:p>
          <a:endParaRPr lang="en-US"/>
        </a:p>
      </dgm:t>
    </dgm:pt>
    <dgm:pt modelId="{1F29B1EB-E07F-4B86-8354-439CA4DBE586}">
      <dgm:prSet phldrT="[Text]"/>
      <dgm:spPr/>
      <dgm:t>
        <a:bodyPr/>
        <a:lstStyle/>
        <a:p>
          <a:r>
            <a:rPr lang="en-US" dirty="0" smtClean="0"/>
            <a:t>5</a:t>
          </a:r>
          <a:endParaRPr lang="en-US" dirty="0"/>
        </a:p>
      </dgm:t>
    </dgm:pt>
    <dgm:pt modelId="{0E720B1C-4240-4FCF-B76C-429D8FBB238D}" type="parTrans" cxnId="{2B2CF9E9-F247-48A4-8D6B-EA956304096D}">
      <dgm:prSet/>
      <dgm:spPr/>
      <dgm:t>
        <a:bodyPr/>
        <a:lstStyle/>
        <a:p>
          <a:endParaRPr lang="en-US"/>
        </a:p>
      </dgm:t>
    </dgm:pt>
    <dgm:pt modelId="{7EEF7D52-5EB4-4F25-AC95-23EA18DA0C04}" type="sibTrans" cxnId="{2B2CF9E9-F247-48A4-8D6B-EA956304096D}">
      <dgm:prSet/>
      <dgm:spPr/>
      <dgm:t>
        <a:bodyPr/>
        <a:lstStyle/>
        <a:p>
          <a:endParaRPr lang="en-US"/>
        </a:p>
      </dgm:t>
    </dgm:pt>
    <dgm:pt modelId="{5BD2EDBF-5BEA-457D-A7C8-9DCCB3E2B363}">
      <dgm:prSet phldrT="[Text]" custT="1"/>
      <dgm:spPr/>
      <dgm:t>
        <a:bodyPr/>
        <a:lstStyle/>
        <a:p>
          <a:r>
            <a:rPr lang="en-US" sz="1400" b="0" i="0" dirty="0" smtClean="0"/>
            <a:t>Deal With Categorical Variables- Create dummy variables</a:t>
          </a:r>
          <a:endParaRPr lang="en-US" sz="1400" b="0" dirty="0"/>
        </a:p>
      </dgm:t>
    </dgm:pt>
    <dgm:pt modelId="{25061E1B-2C4D-499F-8FC9-74C135FB2A69}" type="parTrans" cxnId="{8E2BA891-8258-478C-AF3F-F3F4EA52FE2A}">
      <dgm:prSet/>
      <dgm:spPr/>
      <dgm:t>
        <a:bodyPr/>
        <a:lstStyle/>
        <a:p>
          <a:endParaRPr lang="en-US"/>
        </a:p>
      </dgm:t>
    </dgm:pt>
    <dgm:pt modelId="{4E58080E-169F-4277-A8D2-B04F6DAE88DE}" type="sibTrans" cxnId="{8E2BA891-8258-478C-AF3F-F3F4EA52FE2A}">
      <dgm:prSet/>
      <dgm:spPr/>
      <dgm:t>
        <a:bodyPr/>
        <a:lstStyle/>
        <a:p>
          <a:endParaRPr lang="en-US"/>
        </a:p>
      </dgm:t>
    </dgm:pt>
    <dgm:pt modelId="{618DE078-814C-4B82-87B7-E2D8E4FEAE0D}">
      <dgm:prSet phldrT="[Text]"/>
      <dgm:spPr/>
      <dgm:t>
        <a:bodyPr/>
        <a:lstStyle/>
        <a:p>
          <a:r>
            <a:rPr lang="en-US" dirty="0" smtClean="0"/>
            <a:t>6</a:t>
          </a:r>
          <a:endParaRPr lang="en-US" dirty="0"/>
        </a:p>
      </dgm:t>
    </dgm:pt>
    <dgm:pt modelId="{CCEDFE1D-55EE-43BA-81B3-27B890A8DFDD}" type="parTrans" cxnId="{CCC65992-D515-4E82-AA5C-7565F0A280DE}">
      <dgm:prSet/>
      <dgm:spPr/>
      <dgm:t>
        <a:bodyPr/>
        <a:lstStyle/>
        <a:p>
          <a:endParaRPr lang="en-US"/>
        </a:p>
      </dgm:t>
    </dgm:pt>
    <dgm:pt modelId="{8FFB45A9-13DF-4059-93C5-01D53CE8BB81}" type="sibTrans" cxnId="{CCC65992-D515-4E82-AA5C-7565F0A280DE}">
      <dgm:prSet/>
      <dgm:spPr/>
      <dgm:t>
        <a:bodyPr/>
        <a:lstStyle/>
        <a:p>
          <a:endParaRPr lang="en-US"/>
        </a:p>
      </dgm:t>
    </dgm:pt>
    <dgm:pt modelId="{6D0CC262-C4DF-430A-B72B-D81C3FCAFD67}">
      <dgm:prSet phldrT="[Text]" custT="1"/>
      <dgm:spPr/>
      <dgm:t>
        <a:bodyPr/>
        <a:lstStyle/>
        <a:p>
          <a:r>
            <a:rPr lang="en-US" sz="1400" b="0" i="0" dirty="0" smtClean="0"/>
            <a:t>Splitting the Data into Training and Testing Sets</a:t>
          </a:r>
          <a:endParaRPr lang="en-US" sz="1400" b="0" dirty="0"/>
        </a:p>
      </dgm:t>
    </dgm:pt>
    <dgm:pt modelId="{61CC6B82-0FC5-47BD-ADED-825188C8CB34}" type="parTrans" cxnId="{5854167C-C69C-48C6-B694-BFCB3335CC31}">
      <dgm:prSet/>
      <dgm:spPr/>
      <dgm:t>
        <a:bodyPr/>
        <a:lstStyle/>
        <a:p>
          <a:endParaRPr lang="en-US"/>
        </a:p>
      </dgm:t>
    </dgm:pt>
    <dgm:pt modelId="{0EC88B25-2677-4D01-8944-23F261E6BC45}" type="sibTrans" cxnId="{5854167C-C69C-48C6-B694-BFCB3335CC31}">
      <dgm:prSet/>
      <dgm:spPr/>
      <dgm:t>
        <a:bodyPr/>
        <a:lstStyle/>
        <a:p>
          <a:endParaRPr lang="en-US"/>
        </a:p>
      </dgm:t>
    </dgm:pt>
    <dgm:pt modelId="{C36D216A-7009-4FD3-AAC2-8CEF89EE41A6}">
      <dgm:prSet phldrT="[Text]" custT="1"/>
      <dgm:spPr/>
      <dgm:t>
        <a:bodyPr/>
        <a:lstStyle/>
        <a:p>
          <a:r>
            <a:rPr lang="en-US" sz="1400" b="0" i="0" dirty="0" smtClean="0"/>
            <a:t>Building a linear model</a:t>
          </a:r>
          <a:endParaRPr lang="en-US" sz="1400" b="0" dirty="0"/>
        </a:p>
      </dgm:t>
    </dgm:pt>
    <dgm:pt modelId="{C13543B6-39DB-480E-BC99-FC5F4846A351}" type="parTrans" cxnId="{1E42CD2F-C8D2-415C-8542-7BF5071080BB}">
      <dgm:prSet/>
      <dgm:spPr/>
      <dgm:t>
        <a:bodyPr/>
        <a:lstStyle/>
        <a:p>
          <a:endParaRPr lang="en-US"/>
        </a:p>
      </dgm:t>
    </dgm:pt>
    <dgm:pt modelId="{5B13C76F-CC95-4A54-B872-AFBF42602B77}" type="sibTrans" cxnId="{1E42CD2F-C8D2-415C-8542-7BF5071080BB}">
      <dgm:prSet/>
      <dgm:spPr/>
      <dgm:t>
        <a:bodyPr/>
        <a:lstStyle/>
        <a:p>
          <a:endParaRPr lang="en-US"/>
        </a:p>
      </dgm:t>
    </dgm:pt>
    <dgm:pt modelId="{4C829337-6CEA-46F3-ABDE-C21D1CF92E4D}">
      <dgm:prSet phldrT="[Text]" custT="1"/>
      <dgm:spPr/>
      <dgm:t>
        <a:bodyPr/>
        <a:lstStyle/>
        <a:p>
          <a:r>
            <a:rPr lang="en-US" sz="1400" dirty="0" smtClean="0"/>
            <a:t>Check the correlation</a:t>
          </a:r>
          <a:endParaRPr lang="en-US" sz="1400" dirty="0"/>
        </a:p>
      </dgm:t>
    </dgm:pt>
    <dgm:pt modelId="{87E9835E-9CDF-4D87-8572-A01A9DB7A22C}" type="parTrans" cxnId="{72ECB9D2-1DE3-4803-B108-2517226DDD89}">
      <dgm:prSet/>
      <dgm:spPr/>
      <dgm:t>
        <a:bodyPr/>
        <a:lstStyle/>
        <a:p>
          <a:endParaRPr lang="en-US"/>
        </a:p>
      </dgm:t>
    </dgm:pt>
    <dgm:pt modelId="{36B970AF-BEC1-456C-88A0-05480EFBAA30}" type="sibTrans" cxnId="{72ECB9D2-1DE3-4803-B108-2517226DDD89}">
      <dgm:prSet/>
      <dgm:spPr/>
      <dgm:t>
        <a:bodyPr/>
        <a:lstStyle/>
        <a:p>
          <a:endParaRPr lang="en-US"/>
        </a:p>
      </dgm:t>
    </dgm:pt>
    <dgm:pt modelId="{DEE80D45-79A8-479F-BA98-0CC7C097E275}">
      <dgm:prSet phldrT="[Text]" custT="1"/>
      <dgm:spPr/>
      <dgm:t>
        <a:bodyPr/>
        <a:lstStyle/>
        <a:p>
          <a:r>
            <a:rPr lang="en-US" sz="1400" b="0" dirty="0" smtClean="0"/>
            <a:t>Performing EDA</a:t>
          </a:r>
          <a:endParaRPr lang="en-US" sz="1400" b="0" dirty="0"/>
        </a:p>
      </dgm:t>
    </dgm:pt>
    <dgm:pt modelId="{86CD3858-DBC4-477E-A974-9E45576FA01C}" type="parTrans" cxnId="{22B9C00D-D2E5-4308-B549-182BB6C48692}">
      <dgm:prSet/>
      <dgm:spPr/>
      <dgm:t>
        <a:bodyPr/>
        <a:lstStyle/>
        <a:p>
          <a:endParaRPr lang="en-US"/>
        </a:p>
      </dgm:t>
    </dgm:pt>
    <dgm:pt modelId="{C208B904-D8B4-4E50-862A-82033732177A}" type="sibTrans" cxnId="{22B9C00D-D2E5-4308-B549-182BB6C48692}">
      <dgm:prSet/>
      <dgm:spPr/>
      <dgm:t>
        <a:bodyPr/>
        <a:lstStyle/>
        <a:p>
          <a:endParaRPr lang="en-US"/>
        </a:p>
      </dgm:t>
    </dgm:pt>
    <dgm:pt modelId="{9CCD6376-CE66-462D-8458-50FFF807C773}">
      <dgm:prSet phldrT="[Text]" custT="1"/>
      <dgm:spPr/>
      <dgm:t>
        <a:bodyPr/>
        <a:lstStyle/>
        <a:p>
          <a:r>
            <a:rPr lang="en-US" sz="1400" b="0" dirty="0" smtClean="0"/>
            <a:t>Dropping the categorical variables as they are already dummy-encoded.</a:t>
          </a:r>
          <a:endParaRPr lang="en-US" sz="1400" b="0" dirty="0"/>
        </a:p>
      </dgm:t>
    </dgm:pt>
    <dgm:pt modelId="{3C4EAEEB-326B-463E-BB41-98474F872E5A}" type="parTrans" cxnId="{D9305317-F72A-4188-852C-8DA6493421EC}">
      <dgm:prSet/>
      <dgm:spPr/>
      <dgm:t>
        <a:bodyPr/>
        <a:lstStyle/>
        <a:p>
          <a:endParaRPr lang="en-US"/>
        </a:p>
      </dgm:t>
    </dgm:pt>
    <dgm:pt modelId="{440201AE-F516-4E85-B771-5A510652D4D1}" type="sibTrans" cxnId="{D9305317-F72A-4188-852C-8DA6493421EC}">
      <dgm:prSet/>
      <dgm:spPr/>
      <dgm:t>
        <a:bodyPr/>
        <a:lstStyle/>
        <a:p>
          <a:endParaRPr lang="en-US"/>
        </a:p>
      </dgm:t>
    </dgm:pt>
    <dgm:pt modelId="{327E0808-1540-4918-987E-21D0D08A7764}">
      <dgm:prSet phldrT="[Text]"/>
      <dgm:spPr/>
      <dgm:t>
        <a:bodyPr/>
        <a:lstStyle/>
        <a:p>
          <a:endParaRPr lang="en-US" sz="1100" b="0" dirty="0"/>
        </a:p>
      </dgm:t>
    </dgm:pt>
    <dgm:pt modelId="{2FBCB816-3D81-48A8-92C8-520E8C2AE4D0}" type="parTrans" cxnId="{72BEA3E3-1FF3-426F-9A8C-5A2138190718}">
      <dgm:prSet/>
      <dgm:spPr/>
      <dgm:t>
        <a:bodyPr/>
        <a:lstStyle/>
        <a:p>
          <a:endParaRPr lang="en-US"/>
        </a:p>
      </dgm:t>
    </dgm:pt>
    <dgm:pt modelId="{E81BED4E-3540-44C5-B5D3-EC23A5982F7E}" type="sibTrans" cxnId="{72BEA3E3-1FF3-426F-9A8C-5A2138190718}">
      <dgm:prSet/>
      <dgm:spPr/>
      <dgm:t>
        <a:bodyPr/>
        <a:lstStyle/>
        <a:p>
          <a:endParaRPr lang="en-US"/>
        </a:p>
      </dgm:t>
    </dgm:pt>
    <dgm:pt modelId="{D4D43811-537C-437A-A532-89C8530A5052}">
      <dgm:prSet phldrT="[Text]" custT="1"/>
      <dgm:spPr/>
      <dgm:t>
        <a:bodyPr/>
        <a:lstStyle/>
        <a:p>
          <a:r>
            <a:rPr lang="en-US" sz="1400" b="0" i="0" dirty="0" smtClean="0"/>
            <a:t>Residual Analysis of the train data</a:t>
          </a:r>
          <a:endParaRPr lang="en-US" sz="1400" b="0" dirty="0"/>
        </a:p>
      </dgm:t>
    </dgm:pt>
    <dgm:pt modelId="{56953C74-76BA-45BE-A1DB-83524EEF5BB3}" type="parTrans" cxnId="{18618381-5695-4369-B5E5-5CC60CD552BA}">
      <dgm:prSet/>
      <dgm:spPr/>
      <dgm:t>
        <a:bodyPr/>
        <a:lstStyle/>
        <a:p>
          <a:endParaRPr lang="en-US"/>
        </a:p>
      </dgm:t>
    </dgm:pt>
    <dgm:pt modelId="{5DCC42A0-5840-499C-8A77-408010C5136B}" type="sibTrans" cxnId="{18618381-5695-4369-B5E5-5CC60CD552BA}">
      <dgm:prSet/>
      <dgm:spPr/>
      <dgm:t>
        <a:bodyPr/>
        <a:lstStyle/>
        <a:p>
          <a:endParaRPr lang="en-US"/>
        </a:p>
      </dgm:t>
    </dgm:pt>
    <dgm:pt modelId="{115E3265-BBEF-4F83-A8FD-F7CA7E33B570}">
      <dgm:prSet phldrT="[Text]" custT="1"/>
      <dgm:spPr/>
      <dgm:t>
        <a:bodyPr/>
        <a:lstStyle/>
        <a:p>
          <a:endParaRPr lang="en-US" sz="1400" b="0" dirty="0"/>
        </a:p>
      </dgm:t>
    </dgm:pt>
    <dgm:pt modelId="{0F6C2361-2B4F-47EE-94C1-D900372D37D0}" type="parTrans" cxnId="{9FC964AF-54CE-4D56-8C1B-4503973F4717}">
      <dgm:prSet/>
      <dgm:spPr/>
      <dgm:t>
        <a:bodyPr/>
        <a:lstStyle/>
        <a:p>
          <a:endParaRPr lang="en-US"/>
        </a:p>
      </dgm:t>
    </dgm:pt>
    <dgm:pt modelId="{6F8F497E-C90D-48E6-9671-61030150EFB7}" type="sibTrans" cxnId="{9FC964AF-54CE-4D56-8C1B-4503973F4717}">
      <dgm:prSet/>
      <dgm:spPr/>
      <dgm:t>
        <a:bodyPr/>
        <a:lstStyle/>
        <a:p>
          <a:endParaRPr lang="en-US"/>
        </a:p>
      </dgm:t>
    </dgm:pt>
    <dgm:pt modelId="{7169EF2E-756C-441C-856B-1A2C61A728CF}" type="pres">
      <dgm:prSet presAssocID="{B847ECFC-80C4-4C27-A894-AC3562B60BF8}" presName="linearFlow" presStyleCnt="0">
        <dgm:presLayoutVars>
          <dgm:dir/>
          <dgm:animLvl val="lvl"/>
          <dgm:resizeHandles val="exact"/>
        </dgm:presLayoutVars>
      </dgm:prSet>
      <dgm:spPr/>
      <dgm:t>
        <a:bodyPr/>
        <a:lstStyle/>
        <a:p>
          <a:endParaRPr lang="en-US"/>
        </a:p>
      </dgm:t>
    </dgm:pt>
    <dgm:pt modelId="{05F6AF7C-A6B1-4C19-8F01-16F307F255FA}" type="pres">
      <dgm:prSet presAssocID="{674B23D3-693D-44F0-AF09-CB344900B13A}" presName="composite" presStyleCnt="0"/>
      <dgm:spPr/>
    </dgm:pt>
    <dgm:pt modelId="{ED5C0D13-E41C-4D43-9318-4D700466211A}" type="pres">
      <dgm:prSet presAssocID="{674B23D3-693D-44F0-AF09-CB344900B13A}" presName="parentText" presStyleLbl="alignNode1" presStyleIdx="0" presStyleCnt="3">
        <dgm:presLayoutVars>
          <dgm:chMax val="1"/>
          <dgm:bulletEnabled val="1"/>
        </dgm:presLayoutVars>
      </dgm:prSet>
      <dgm:spPr/>
      <dgm:t>
        <a:bodyPr/>
        <a:lstStyle/>
        <a:p>
          <a:endParaRPr lang="en-US"/>
        </a:p>
      </dgm:t>
    </dgm:pt>
    <dgm:pt modelId="{60139D9E-0A99-4C79-8E63-8B4578F82CF9}" type="pres">
      <dgm:prSet presAssocID="{674B23D3-693D-44F0-AF09-CB344900B13A}" presName="descendantText" presStyleLbl="alignAcc1" presStyleIdx="0" presStyleCnt="3" custScaleY="132521">
        <dgm:presLayoutVars>
          <dgm:bulletEnabled val="1"/>
        </dgm:presLayoutVars>
      </dgm:prSet>
      <dgm:spPr/>
      <dgm:t>
        <a:bodyPr/>
        <a:lstStyle/>
        <a:p>
          <a:endParaRPr lang="en-US"/>
        </a:p>
      </dgm:t>
    </dgm:pt>
    <dgm:pt modelId="{B4F33E73-92BA-4AF7-89A1-0E027F8F1E3B}" type="pres">
      <dgm:prSet presAssocID="{C33BC031-A3F5-43F5-BF68-D5650C7195D1}" presName="sp" presStyleCnt="0"/>
      <dgm:spPr/>
    </dgm:pt>
    <dgm:pt modelId="{11A4186C-F620-4C8D-9483-1293CDB0FB32}" type="pres">
      <dgm:prSet presAssocID="{1F29B1EB-E07F-4B86-8354-439CA4DBE586}" presName="composite" presStyleCnt="0"/>
      <dgm:spPr/>
    </dgm:pt>
    <dgm:pt modelId="{D78D0CAD-E894-4F23-89C2-CF589BAA8A7F}" type="pres">
      <dgm:prSet presAssocID="{1F29B1EB-E07F-4B86-8354-439CA4DBE586}" presName="parentText" presStyleLbl="alignNode1" presStyleIdx="1" presStyleCnt="3">
        <dgm:presLayoutVars>
          <dgm:chMax val="1"/>
          <dgm:bulletEnabled val="1"/>
        </dgm:presLayoutVars>
      </dgm:prSet>
      <dgm:spPr/>
      <dgm:t>
        <a:bodyPr/>
        <a:lstStyle/>
        <a:p>
          <a:endParaRPr lang="en-US"/>
        </a:p>
      </dgm:t>
    </dgm:pt>
    <dgm:pt modelId="{1FBA206E-7029-4E79-BD26-53D40FA66D03}" type="pres">
      <dgm:prSet presAssocID="{1F29B1EB-E07F-4B86-8354-439CA4DBE586}" presName="descendantText" presStyleLbl="alignAcc1" presStyleIdx="1" presStyleCnt="3">
        <dgm:presLayoutVars>
          <dgm:bulletEnabled val="1"/>
        </dgm:presLayoutVars>
      </dgm:prSet>
      <dgm:spPr/>
      <dgm:t>
        <a:bodyPr/>
        <a:lstStyle/>
        <a:p>
          <a:endParaRPr lang="en-US"/>
        </a:p>
      </dgm:t>
    </dgm:pt>
    <dgm:pt modelId="{AE3615BD-7481-45D5-AA90-BA7AB2B0C751}" type="pres">
      <dgm:prSet presAssocID="{7EEF7D52-5EB4-4F25-AC95-23EA18DA0C04}" presName="sp" presStyleCnt="0"/>
      <dgm:spPr/>
    </dgm:pt>
    <dgm:pt modelId="{F2FE280A-6910-41E4-99F2-097D4D75EE2E}" type="pres">
      <dgm:prSet presAssocID="{618DE078-814C-4B82-87B7-E2D8E4FEAE0D}" presName="composite" presStyleCnt="0"/>
      <dgm:spPr/>
    </dgm:pt>
    <dgm:pt modelId="{6C393326-55A1-48D9-BDD6-3D1333D057CB}" type="pres">
      <dgm:prSet presAssocID="{618DE078-814C-4B82-87B7-E2D8E4FEAE0D}" presName="parentText" presStyleLbl="alignNode1" presStyleIdx="2" presStyleCnt="3">
        <dgm:presLayoutVars>
          <dgm:chMax val="1"/>
          <dgm:bulletEnabled val="1"/>
        </dgm:presLayoutVars>
      </dgm:prSet>
      <dgm:spPr/>
      <dgm:t>
        <a:bodyPr/>
        <a:lstStyle/>
        <a:p>
          <a:endParaRPr lang="en-US"/>
        </a:p>
      </dgm:t>
    </dgm:pt>
    <dgm:pt modelId="{2234179A-298A-4DB8-943D-61B88A9ED464}" type="pres">
      <dgm:prSet presAssocID="{618DE078-814C-4B82-87B7-E2D8E4FEAE0D}" presName="descendantText" presStyleLbl="alignAcc1" presStyleIdx="2" presStyleCnt="3" custScaleY="119545" custLinFactNeighborX="1043" custLinFactNeighborY="-2115">
        <dgm:presLayoutVars>
          <dgm:bulletEnabled val="1"/>
        </dgm:presLayoutVars>
      </dgm:prSet>
      <dgm:spPr/>
      <dgm:t>
        <a:bodyPr/>
        <a:lstStyle/>
        <a:p>
          <a:endParaRPr lang="en-US"/>
        </a:p>
      </dgm:t>
    </dgm:pt>
  </dgm:ptLst>
  <dgm:cxnLst>
    <dgm:cxn modelId="{18618381-5695-4369-B5E5-5CC60CD552BA}" srcId="{618DE078-814C-4B82-87B7-E2D8E4FEAE0D}" destId="{D4D43811-537C-437A-A532-89C8530A5052}" srcOrd="2" destOrd="0" parTransId="{56953C74-76BA-45BE-A1DB-83524EEF5BB3}" sibTransId="{5DCC42A0-5840-499C-8A77-408010C5136B}"/>
    <dgm:cxn modelId="{66DEADEA-E3D3-41A6-B50D-30F52A03252D}" type="presOf" srcId="{327E0808-1540-4918-987E-21D0D08A7764}" destId="{1FBA206E-7029-4E79-BD26-53D40FA66D03}" srcOrd="0" destOrd="3" presId="urn:microsoft.com/office/officeart/2005/8/layout/chevron2"/>
    <dgm:cxn modelId="{1296A368-DD3B-49E4-9A89-89F7F5F5C625}" type="presOf" srcId="{D4D43811-537C-437A-A532-89C8530A5052}" destId="{2234179A-298A-4DB8-943D-61B88A9ED464}" srcOrd="0" destOrd="2" presId="urn:microsoft.com/office/officeart/2005/8/layout/chevron2"/>
    <dgm:cxn modelId="{72BEA3E3-1FF3-426F-9A8C-5A2138190718}" srcId="{1F29B1EB-E07F-4B86-8354-439CA4DBE586}" destId="{327E0808-1540-4918-987E-21D0D08A7764}" srcOrd="3" destOrd="0" parTransId="{2FBCB816-3D81-48A8-92C8-520E8C2AE4D0}" sibTransId="{E81BED4E-3540-44C5-B5D3-EC23A5982F7E}"/>
    <dgm:cxn modelId="{789F6620-1C4E-475F-B24C-C21945615EA6}" srcId="{B847ECFC-80C4-4C27-A894-AC3562B60BF8}" destId="{674B23D3-693D-44F0-AF09-CB344900B13A}" srcOrd="0" destOrd="0" parTransId="{57702D02-6996-4C39-9F3E-7C22E102B2EB}" sibTransId="{C33BC031-A3F5-43F5-BF68-D5650C7195D1}"/>
    <dgm:cxn modelId="{B32B37FD-05CF-47B8-ADCD-E2399603B1BC}" type="presOf" srcId="{4C829337-6CEA-46F3-ABDE-C21D1CF92E4D}" destId="{60139D9E-0A99-4C79-8E63-8B4578F82CF9}" srcOrd="0" destOrd="2" presId="urn:microsoft.com/office/officeart/2005/8/layout/chevron2"/>
    <dgm:cxn modelId="{3D88DDF3-F169-4C4F-9AC7-325CD8EEC4F6}" type="presOf" srcId="{DEE80D45-79A8-479F-BA98-0CC7C097E275}" destId="{60139D9E-0A99-4C79-8E63-8B4578F82CF9}" srcOrd="0" destOrd="1" presId="urn:microsoft.com/office/officeart/2005/8/layout/chevron2"/>
    <dgm:cxn modelId="{72ECB9D2-1DE3-4803-B108-2517226DDD89}" srcId="{674B23D3-693D-44F0-AF09-CB344900B13A}" destId="{4C829337-6CEA-46F3-ABDE-C21D1CF92E4D}" srcOrd="2" destOrd="0" parTransId="{87E9835E-9CDF-4D87-8572-A01A9DB7A22C}" sibTransId="{36B970AF-BEC1-456C-88A0-05480EFBAA30}"/>
    <dgm:cxn modelId="{E97CF2CD-4C31-4FF5-BD27-E4CD8F3E352D}" type="presOf" srcId="{B847ECFC-80C4-4C27-A894-AC3562B60BF8}" destId="{7169EF2E-756C-441C-856B-1A2C61A728CF}" srcOrd="0" destOrd="0" presId="urn:microsoft.com/office/officeart/2005/8/layout/chevron2"/>
    <dgm:cxn modelId="{CDB8DABA-FCE4-4CC9-B328-1D0AA36F240F}" type="presOf" srcId="{6D0CC262-C4DF-430A-B72B-D81C3FCAFD67}" destId="{2234179A-298A-4DB8-943D-61B88A9ED464}" srcOrd="0" destOrd="0" presId="urn:microsoft.com/office/officeart/2005/8/layout/chevron2"/>
    <dgm:cxn modelId="{6E851BE5-2EB0-4ECF-A9DF-D0155EDB2419}" type="presOf" srcId="{0B70137B-E9C5-4C0B-9912-808E0D7F9531}" destId="{60139D9E-0A99-4C79-8E63-8B4578F82CF9}" srcOrd="0" destOrd="0" presId="urn:microsoft.com/office/officeart/2005/8/layout/chevron2"/>
    <dgm:cxn modelId="{2B2CF9E9-F247-48A4-8D6B-EA956304096D}" srcId="{B847ECFC-80C4-4C27-A894-AC3562B60BF8}" destId="{1F29B1EB-E07F-4B86-8354-439CA4DBE586}" srcOrd="1" destOrd="0" parTransId="{0E720B1C-4240-4FCF-B76C-429D8FBB238D}" sibTransId="{7EEF7D52-5EB4-4F25-AC95-23EA18DA0C04}"/>
    <dgm:cxn modelId="{D9305317-F72A-4188-852C-8DA6493421EC}" srcId="{1F29B1EB-E07F-4B86-8354-439CA4DBE586}" destId="{9CCD6376-CE66-462D-8458-50FFF807C773}" srcOrd="2" destOrd="0" parTransId="{3C4EAEEB-326B-463E-BB41-98474F872E5A}" sibTransId="{440201AE-F516-4E85-B771-5A510652D4D1}"/>
    <dgm:cxn modelId="{5854167C-C69C-48C6-B694-BFCB3335CC31}" srcId="{618DE078-814C-4B82-87B7-E2D8E4FEAE0D}" destId="{6D0CC262-C4DF-430A-B72B-D81C3FCAFD67}" srcOrd="0" destOrd="0" parTransId="{61CC6B82-0FC5-47BD-ADED-825188C8CB34}" sibTransId="{0EC88B25-2677-4D01-8944-23F261E6BC45}"/>
    <dgm:cxn modelId="{7ED80376-9189-4E90-9855-7C0D9BD1B6C7}" type="presOf" srcId="{1F29B1EB-E07F-4B86-8354-439CA4DBE586}" destId="{D78D0CAD-E894-4F23-89C2-CF589BAA8A7F}" srcOrd="0" destOrd="0" presId="urn:microsoft.com/office/officeart/2005/8/layout/chevron2"/>
    <dgm:cxn modelId="{22B9C00D-D2E5-4308-B549-182BB6C48692}" srcId="{674B23D3-693D-44F0-AF09-CB344900B13A}" destId="{DEE80D45-79A8-479F-BA98-0CC7C097E275}" srcOrd="1" destOrd="0" parTransId="{86CD3858-DBC4-477E-A974-9E45576FA01C}" sibTransId="{C208B904-D8B4-4E50-862A-82033732177A}"/>
    <dgm:cxn modelId="{77289A57-0111-45BD-AFFC-1467949228E2}" type="presOf" srcId="{674B23D3-693D-44F0-AF09-CB344900B13A}" destId="{ED5C0D13-E41C-4D43-9318-4D700466211A}" srcOrd="0" destOrd="0" presId="urn:microsoft.com/office/officeart/2005/8/layout/chevron2"/>
    <dgm:cxn modelId="{6FD9FAD2-75F7-40B2-BBC0-59E236D17696}" type="presOf" srcId="{115E3265-BBEF-4F83-A8FD-F7CA7E33B570}" destId="{1FBA206E-7029-4E79-BD26-53D40FA66D03}" srcOrd="0" destOrd="0" presId="urn:microsoft.com/office/officeart/2005/8/layout/chevron2"/>
    <dgm:cxn modelId="{F2443BA4-8D45-432C-83C9-764799017346}" type="presOf" srcId="{5BD2EDBF-5BEA-457D-A7C8-9DCCB3E2B363}" destId="{1FBA206E-7029-4E79-BD26-53D40FA66D03}" srcOrd="0" destOrd="1" presId="urn:microsoft.com/office/officeart/2005/8/layout/chevron2"/>
    <dgm:cxn modelId="{82D57AEA-8FCC-406E-80B2-5AF191C34071}" srcId="{674B23D3-693D-44F0-AF09-CB344900B13A}" destId="{0B70137B-E9C5-4C0B-9912-808E0D7F9531}" srcOrd="0" destOrd="0" parTransId="{59602A99-7AC9-4AC9-80D3-B895B1634305}" sibTransId="{FEAA039A-D296-48E6-A26A-FEAED0FC39F4}"/>
    <dgm:cxn modelId="{8E2BA891-8258-478C-AF3F-F3F4EA52FE2A}" srcId="{1F29B1EB-E07F-4B86-8354-439CA4DBE586}" destId="{5BD2EDBF-5BEA-457D-A7C8-9DCCB3E2B363}" srcOrd="1" destOrd="0" parTransId="{25061E1B-2C4D-499F-8FC9-74C135FB2A69}" sibTransId="{4E58080E-169F-4277-A8D2-B04F6DAE88DE}"/>
    <dgm:cxn modelId="{CCC65992-D515-4E82-AA5C-7565F0A280DE}" srcId="{B847ECFC-80C4-4C27-A894-AC3562B60BF8}" destId="{618DE078-814C-4B82-87B7-E2D8E4FEAE0D}" srcOrd="2" destOrd="0" parTransId="{CCEDFE1D-55EE-43BA-81B3-27B890A8DFDD}" sibTransId="{8FFB45A9-13DF-4059-93C5-01D53CE8BB81}"/>
    <dgm:cxn modelId="{7384CA1E-2E6B-45BE-9C06-7A1D46BDD729}" type="presOf" srcId="{9CCD6376-CE66-462D-8458-50FFF807C773}" destId="{1FBA206E-7029-4E79-BD26-53D40FA66D03}" srcOrd="0" destOrd="2" presId="urn:microsoft.com/office/officeart/2005/8/layout/chevron2"/>
    <dgm:cxn modelId="{1E42CD2F-C8D2-415C-8542-7BF5071080BB}" srcId="{618DE078-814C-4B82-87B7-E2D8E4FEAE0D}" destId="{C36D216A-7009-4FD3-AAC2-8CEF89EE41A6}" srcOrd="1" destOrd="0" parTransId="{C13543B6-39DB-480E-BC99-FC5F4846A351}" sibTransId="{5B13C76F-CC95-4A54-B872-AFBF42602B77}"/>
    <dgm:cxn modelId="{05CC3230-613A-43E3-9387-525BC0553C1B}" type="presOf" srcId="{618DE078-814C-4B82-87B7-E2D8E4FEAE0D}" destId="{6C393326-55A1-48D9-BDD6-3D1333D057CB}" srcOrd="0" destOrd="0" presId="urn:microsoft.com/office/officeart/2005/8/layout/chevron2"/>
    <dgm:cxn modelId="{09E74557-3606-48F4-AB4C-00500779DB04}" type="presOf" srcId="{C36D216A-7009-4FD3-AAC2-8CEF89EE41A6}" destId="{2234179A-298A-4DB8-943D-61B88A9ED464}" srcOrd="0" destOrd="1" presId="urn:microsoft.com/office/officeart/2005/8/layout/chevron2"/>
    <dgm:cxn modelId="{9FC964AF-54CE-4D56-8C1B-4503973F4717}" srcId="{1F29B1EB-E07F-4B86-8354-439CA4DBE586}" destId="{115E3265-BBEF-4F83-A8FD-F7CA7E33B570}" srcOrd="0" destOrd="0" parTransId="{0F6C2361-2B4F-47EE-94C1-D900372D37D0}" sibTransId="{6F8F497E-C90D-48E6-9671-61030150EFB7}"/>
    <dgm:cxn modelId="{D6298E1A-8DDA-4539-BD50-00340DAC1212}" type="presParOf" srcId="{7169EF2E-756C-441C-856B-1A2C61A728CF}" destId="{05F6AF7C-A6B1-4C19-8F01-16F307F255FA}" srcOrd="0" destOrd="0" presId="urn:microsoft.com/office/officeart/2005/8/layout/chevron2"/>
    <dgm:cxn modelId="{AA89975E-9A10-4C4E-95B5-717DE2A6FF52}" type="presParOf" srcId="{05F6AF7C-A6B1-4C19-8F01-16F307F255FA}" destId="{ED5C0D13-E41C-4D43-9318-4D700466211A}" srcOrd="0" destOrd="0" presId="urn:microsoft.com/office/officeart/2005/8/layout/chevron2"/>
    <dgm:cxn modelId="{E923CE87-F8FC-46A1-9DB3-AE75759962E3}" type="presParOf" srcId="{05F6AF7C-A6B1-4C19-8F01-16F307F255FA}" destId="{60139D9E-0A99-4C79-8E63-8B4578F82CF9}" srcOrd="1" destOrd="0" presId="urn:microsoft.com/office/officeart/2005/8/layout/chevron2"/>
    <dgm:cxn modelId="{A71CB8E2-5239-407F-990B-E4923B4CA539}" type="presParOf" srcId="{7169EF2E-756C-441C-856B-1A2C61A728CF}" destId="{B4F33E73-92BA-4AF7-89A1-0E027F8F1E3B}" srcOrd="1" destOrd="0" presId="urn:microsoft.com/office/officeart/2005/8/layout/chevron2"/>
    <dgm:cxn modelId="{4C4C5513-05E1-4413-B0E3-22EB9031BB72}" type="presParOf" srcId="{7169EF2E-756C-441C-856B-1A2C61A728CF}" destId="{11A4186C-F620-4C8D-9483-1293CDB0FB32}" srcOrd="2" destOrd="0" presId="urn:microsoft.com/office/officeart/2005/8/layout/chevron2"/>
    <dgm:cxn modelId="{4858F947-F4B1-4FD4-955C-976F492D3C28}" type="presParOf" srcId="{11A4186C-F620-4C8D-9483-1293CDB0FB32}" destId="{D78D0CAD-E894-4F23-89C2-CF589BAA8A7F}" srcOrd="0" destOrd="0" presId="urn:microsoft.com/office/officeart/2005/8/layout/chevron2"/>
    <dgm:cxn modelId="{F01B233A-5BB7-4075-85FE-49FD8A38DA85}" type="presParOf" srcId="{11A4186C-F620-4C8D-9483-1293CDB0FB32}" destId="{1FBA206E-7029-4E79-BD26-53D40FA66D03}" srcOrd="1" destOrd="0" presId="urn:microsoft.com/office/officeart/2005/8/layout/chevron2"/>
    <dgm:cxn modelId="{A88EB3E4-111D-4927-9582-B5F4CEF36E00}" type="presParOf" srcId="{7169EF2E-756C-441C-856B-1A2C61A728CF}" destId="{AE3615BD-7481-45D5-AA90-BA7AB2B0C751}" srcOrd="3" destOrd="0" presId="urn:microsoft.com/office/officeart/2005/8/layout/chevron2"/>
    <dgm:cxn modelId="{297A45B3-3434-4118-8B2C-D3DDCDA550A9}" type="presParOf" srcId="{7169EF2E-756C-441C-856B-1A2C61A728CF}" destId="{F2FE280A-6910-41E4-99F2-097D4D75EE2E}" srcOrd="4" destOrd="0" presId="urn:microsoft.com/office/officeart/2005/8/layout/chevron2"/>
    <dgm:cxn modelId="{7375A86A-2B27-49FA-9C1B-231ED44DCA2F}" type="presParOf" srcId="{F2FE280A-6910-41E4-99F2-097D4D75EE2E}" destId="{6C393326-55A1-48D9-BDD6-3D1333D057CB}" srcOrd="0" destOrd="0" presId="urn:microsoft.com/office/officeart/2005/8/layout/chevron2"/>
    <dgm:cxn modelId="{654386C5-7398-4B92-BFAD-BDE4F238ED48}" type="presParOf" srcId="{F2FE280A-6910-41E4-99F2-097D4D75EE2E}" destId="{2234179A-298A-4DB8-943D-61B88A9ED464}" srcOrd="1" destOrd="0" presId="urn:microsoft.com/office/officeart/2005/8/layout/chevron2"/>
  </dgm:cxnLst>
  <dgm:bg/>
  <dgm:whole/>
</dgm:dataModel>
</file>

<file path=ppt/diagrams/data3.xml><?xml version="1.0" encoding="utf-8"?>
<dgm:dataModel xmlns:dgm="http://schemas.openxmlformats.org/drawingml/2006/diagram" xmlns:a="http://schemas.openxmlformats.org/drawingml/2006/main">
  <dgm:ptLst>
    <dgm:pt modelId="{0C1E5ACE-2319-4E32-956B-A364828C5A1E}"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5A538FBD-203C-438A-9E00-E401599689AD}">
      <dgm:prSet phldrT="[Text]"/>
      <dgm:spPr/>
      <dgm:t>
        <a:bodyPr/>
        <a:lstStyle/>
        <a:p>
          <a:r>
            <a:rPr lang="en-US" dirty="0" smtClean="0"/>
            <a:t>7</a:t>
          </a:r>
          <a:endParaRPr lang="en-US" dirty="0"/>
        </a:p>
      </dgm:t>
    </dgm:pt>
    <dgm:pt modelId="{47E35B79-6D6F-4274-92C6-8A401372D936}" type="parTrans" cxnId="{507D9F8F-53EB-4B82-8B46-3AA67EFD3F88}">
      <dgm:prSet/>
      <dgm:spPr/>
      <dgm:t>
        <a:bodyPr/>
        <a:lstStyle/>
        <a:p>
          <a:endParaRPr lang="en-US"/>
        </a:p>
      </dgm:t>
    </dgm:pt>
    <dgm:pt modelId="{407B2A23-EC7D-411C-91EF-C7874C435ABB}" type="sibTrans" cxnId="{507D9F8F-53EB-4B82-8B46-3AA67EFD3F88}">
      <dgm:prSet/>
      <dgm:spPr/>
      <dgm:t>
        <a:bodyPr/>
        <a:lstStyle/>
        <a:p>
          <a:endParaRPr lang="en-US"/>
        </a:p>
      </dgm:t>
    </dgm:pt>
    <dgm:pt modelId="{A5E9E845-0DBF-4226-953B-09A8ACD20AB0}">
      <dgm:prSet phldrT="[Text]"/>
      <dgm:spPr/>
      <dgm:t>
        <a:bodyPr/>
        <a:lstStyle/>
        <a:p>
          <a:r>
            <a:rPr lang="en-US" b="0" i="0" dirty="0" smtClean="0"/>
            <a:t>Making Predictions</a:t>
          </a:r>
          <a:endParaRPr lang="en-US" b="0" dirty="0"/>
        </a:p>
      </dgm:t>
    </dgm:pt>
    <dgm:pt modelId="{392214CF-F1B6-4293-B9EF-84A7144741BE}" type="parTrans" cxnId="{751B340F-A5E8-4D4C-886B-773A98EC495A}">
      <dgm:prSet/>
      <dgm:spPr/>
      <dgm:t>
        <a:bodyPr/>
        <a:lstStyle/>
        <a:p>
          <a:endParaRPr lang="en-US"/>
        </a:p>
      </dgm:t>
    </dgm:pt>
    <dgm:pt modelId="{4EABB249-4103-4330-A960-61BE22DB3ED5}" type="sibTrans" cxnId="{751B340F-A5E8-4D4C-886B-773A98EC495A}">
      <dgm:prSet/>
      <dgm:spPr/>
      <dgm:t>
        <a:bodyPr/>
        <a:lstStyle/>
        <a:p>
          <a:endParaRPr lang="en-US"/>
        </a:p>
      </dgm:t>
    </dgm:pt>
    <dgm:pt modelId="{21D6009F-DE61-4F64-909A-DCF1DB9E153E}">
      <dgm:prSet phldrT="[Text]"/>
      <dgm:spPr/>
      <dgm:t>
        <a:bodyPr/>
        <a:lstStyle/>
        <a:p>
          <a:r>
            <a:rPr lang="en-US" b="0" i="0" dirty="0" smtClean="0"/>
            <a:t>Model Evaluation</a:t>
          </a:r>
          <a:endParaRPr lang="en-US" b="0" dirty="0"/>
        </a:p>
      </dgm:t>
    </dgm:pt>
    <dgm:pt modelId="{9816CC6B-42FD-4711-B619-563E12D648AF}" type="parTrans" cxnId="{2AB40508-F7D7-40EF-9FD6-9939C4CC8868}">
      <dgm:prSet/>
      <dgm:spPr/>
      <dgm:t>
        <a:bodyPr/>
        <a:lstStyle/>
        <a:p>
          <a:endParaRPr lang="en-US"/>
        </a:p>
      </dgm:t>
    </dgm:pt>
    <dgm:pt modelId="{41B79393-7A8F-465A-9006-061CE44EC3C3}" type="sibTrans" cxnId="{2AB40508-F7D7-40EF-9FD6-9939C4CC8868}">
      <dgm:prSet/>
      <dgm:spPr/>
      <dgm:t>
        <a:bodyPr/>
        <a:lstStyle/>
        <a:p>
          <a:endParaRPr lang="en-US"/>
        </a:p>
      </dgm:t>
    </dgm:pt>
    <dgm:pt modelId="{DC2B7DB2-1E9C-4348-873D-B1EC337B613B}" type="pres">
      <dgm:prSet presAssocID="{0C1E5ACE-2319-4E32-956B-A364828C5A1E}" presName="linearFlow" presStyleCnt="0">
        <dgm:presLayoutVars>
          <dgm:dir/>
          <dgm:animLvl val="lvl"/>
          <dgm:resizeHandles val="exact"/>
        </dgm:presLayoutVars>
      </dgm:prSet>
      <dgm:spPr/>
      <dgm:t>
        <a:bodyPr/>
        <a:lstStyle/>
        <a:p>
          <a:endParaRPr lang="en-US"/>
        </a:p>
      </dgm:t>
    </dgm:pt>
    <dgm:pt modelId="{A778446D-2850-4213-B696-1668D339F89E}" type="pres">
      <dgm:prSet presAssocID="{5A538FBD-203C-438A-9E00-E401599689AD}" presName="composite" presStyleCnt="0"/>
      <dgm:spPr/>
    </dgm:pt>
    <dgm:pt modelId="{B4012C63-1BE4-4EE8-92B4-CF52283F9162}" type="pres">
      <dgm:prSet presAssocID="{5A538FBD-203C-438A-9E00-E401599689AD}" presName="parentText" presStyleLbl="alignNode1" presStyleIdx="0" presStyleCnt="1">
        <dgm:presLayoutVars>
          <dgm:chMax val="1"/>
          <dgm:bulletEnabled val="1"/>
        </dgm:presLayoutVars>
      </dgm:prSet>
      <dgm:spPr/>
      <dgm:t>
        <a:bodyPr/>
        <a:lstStyle/>
        <a:p>
          <a:endParaRPr lang="en-US"/>
        </a:p>
      </dgm:t>
    </dgm:pt>
    <dgm:pt modelId="{CC2E6F3B-4E36-48D4-AEC8-B5AA96C27FAB}" type="pres">
      <dgm:prSet presAssocID="{5A538FBD-203C-438A-9E00-E401599689AD}" presName="descendantText" presStyleLbl="alignAcc1" presStyleIdx="0" presStyleCnt="1" custScaleX="97712" custLinFactNeighborX="-764" custLinFactNeighborY="0">
        <dgm:presLayoutVars>
          <dgm:bulletEnabled val="1"/>
        </dgm:presLayoutVars>
      </dgm:prSet>
      <dgm:spPr/>
      <dgm:t>
        <a:bodyPr/>
        <a:lstStyle/>
        <a:p>
          <a:endParaRPr lang="en-US"/>
        </a:p>
      </dgm:t>
    </dgm:pt>
  </dgm:ptLst>
  <dgm:cxnLst>
    <dgm:cxn modelId="{4D8B9B5C-8849-445D-A3C9-79D659C78AFB}" type="presOf" srcId="{A5E9E845-0DBF-4226-953B-09A8ACD20AB0}" destId="{CC2E6F3B-4E36-48D4-AEC8-B5AA96C27FAB}" srcOrd="0" destOrd="0" presId="urn:microsoft.com/office/officeart/2005/8/layout/chevron2"/>
    <dgm:cxn modelId="{C8D56898-5AFC-411B-B48F-2916E61223BF}" type="presOf" srcId="{5A538FBD-203C-438A-9E00-E401599689AD}" destId="{B4012C63-1BE4-4EE8-92B4-CF52283F9162}" srcOrd="0" destOrd="0" presId="urn:microsoft.com/office/officeart/2005/8/layout/chevron2"/>
    <dgm:cxn modelId="{751B340F-A5E8-4D4C-886B-773A98EC495A}" srcId="{5A538FBD-203C-438A-9E00-E401599689AD}" destId="{A5E9E845-0DBF-4226-953B-09A8ACD20AB0}" srcOrd="0" destOrd="0" parTransId="{392214CF-F1B6-4293-B9EF-84A7144741BE}" sibTransId="{4EABB249-4103-4330-A960-61BE22DB3ED5}"/>
    <dgm:cxn modelId="{89F47B08-2034-4F68-ACA1-D4F9C7BC3183}" type="presOf" srcId="{0C1E5ACE-2319-4E32-956B-A364828C5A1E}" destId="{DC2B7DB2-1E9C-4348-873D-B1EC337B613B}" srcOrd="0" destOrd="0" presId="urn:microsoft.com/office/officeart/2005/8/layout/chevron2"/>
    <dgm:cxn modelId="{2AB40508-F7D7-40EF-9FD6-9939C4CC8868}" srcId="{5A538FBD-203C-438A-9E00-E401599689AD}" destId="{21D6009F-DE61-4F64-909A-DCF1DB9E153E}" srcOrd="1" destOrd="0" parTransId="{9816CC6B-42FD-4711-B619-563E12D648AF}" sibTransId="{41B79393-7A8F-465A-9006-061CE44EC3C3}"/>
    <dgm:cxn modelId="{507D9F8F-53EB-4B82-8B46-3AA67EFD3F88}" srcId="{0C1E5ACE-2319-4E32-956B-A364828C5A1E}" destId="{5A538FBD-203C-438A-9E00-E401599689AD}" srcOrd="0" destOrd="0" parTransId="{47E35B79-6D6F-4274-92C6-8A401372D936}" sibTransId="{407B2A23-EC7D-411C-91EF-C7874C435ABB}"/>
    <dgm:cxn modelId="{59F56421-8A55-44F2-A8EC-63A4B9B19142}" type="presOf" srcId="{21D6009F-DE61-4F64-909A-DCF1DB9E153E}" destId="{CC2E6F3B-4E36-48D4-AEC8-B5AA96C27FAB}" srcOrd="0" destOrd="1" presId="urn:microsoft.com/office/officeart/2005/8/layout/chevron2"/>
    <dgm:cxn modelId="{9A79CB46-270F-4D95-B40F-AC0105289357}" type="presParOf" srcId="{DC2B7DB2-1E9C-4348-873D-B1EC337B613B}" destId="{A778446D-2850-4213-B696-1668D339F89E}" srcOrd="0" destOrd="0" presId="urn:microsoft.com/office/officeart/2005/8/layout/chevron2"/>
    <dgm:cxn modelId="{4B093796-FC6E-4869-9483-73CBE1DC8976}" type="presParOf" srcId="{A778446D-2850-4213-B696-1668D339F89E}" destId="{B4012C63-1BE4-4EE8-92B4-CF52283F9162}" srcOrd="0" destOrd="0" presId="urn:microsoft.com/office/officeart/2005/8/layout/chevron2"/>
    <dgm:cxn modelId="{7A3C74A1-57A4-4DE0-8BB7-35EE5D6CAC4E}" type="presParOf" srcId="{A778446D-2850-4213-B696-1668D339F89E}" destId="{CC2E6F3B-4E36-48D4-AEC8-B5AA96C27FAB}" srcOrd="1" destOrd="0" presId="urn:microsoft.com/office/officeart/2005/8/layout/chevron2"/>
  </dgm:cxnLst>
  <dgm:bg/>
  <dgm:whole/>
</dgm:dataModel>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9C94DF9-71A9-4655-9B3A-2AB2B8B1E986}" type="datetimeFigureOut">
              <a:rPr lang="en-US" smtClean="0"/>
              <a:pPr/>
              <a:t>3/8/2021</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E34A209-CE3E-476A-B81F-52C930D61D1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E34A209-CE3E-476A-B81F-52C930D61D1E}"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E34A209-CE3E-476A-B81F-52C930D61D1E}"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E34A209-CE3E-476A-B81F-52C930D61D1E}"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E34A209-CE3E-476A-B81F-52C930D61D1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E34A209-CE3E-476A-B81F-52C930D61D1E}"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E34A209-CE3E-476A-B81F-52C930D61D1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49C94DF9-71A9-4655-9B3A-2AB2B8B1E986}" type="datetimeFigureOut">
              <a:rPr lang="en-US" smtClean="0"/>
              <a:pPr/>
              <a:t>3/8/2021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E34A209-CE3E-476A-B81F-52C930D61D1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9C94DF9-71A9-4655-9B3A-2AB2B8B1E986}" type="datetimeFigureOut">
              <a:rPr lang="en-US" smtClean="0"/>
              <a:pPr/>
              <a:t>3/8/2021</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E34A209-CE3E-476A-B81F-52C930D61D1E}"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E34A209-CE3E-476A-B81F-52C930D61D1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C94DF9-71A9-4655-9B3A-2AB2B8B1E986}" type="datetimeFigureOut">
              <a:rPr lang="en-US" smtClean="0"/>
              <a:pPr/>
              <a:t>3/8/2021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E34A209-CE3E-476A-B81F-52C930D61D1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49C94DF9-71A9-4655-9B3A-2AB2B8B1E986}" type="datetimeFigureOut">
              <a:rPr lang="en-US" smtClean="0"/>
              <a:pPr/>
              <a:t>3/8/2021</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E34A209-CE3E-476A-B81F-52C930D61D1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Colors" Target="../diagrams/colors3.xml"/><Relationship Id="rId3" Type="http://schemas.openxmlformats.org/officeDocument/2006/relationships/diagramLayout" Target="../diagrams/layout1.xml"/><Relationship Id="rId7" Type="http://schemas.openxmlformats.org/officeDocument/2006/relationships/diagramLayout" Target="../diagrams/layout2.xml"/><Relationship Id="rId12" Type="http://schemas.openxmlformats.org/officeDocument/2006/relationships/diagramQuickStyle" Target="../diagrams/quickStyle3.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diagramLayout" Target="../diagrams/layout3.xml"/><Relationship Id="rId5" Type="http://schemas.openxmlformats.org/officeDocument/2006/relationships/diagramColors" Target="../diagrams/colors1.xml"/><Relationship Id="rId10" Type="http://schemas.openxmlformats.org/officeDocument/2006/relationships/diagramData" Target="../diagrams/data3.xml"/><Relationship Id="rId4" Type="http://schemas.openxmlformats.org/officeDocument/2006/relationships/diagramQuickStyle" Target="../diagrams/quickStyle1.xml"/><Relationship Id="rId9" Type="http://schemas.openxmlformats.org/officeDocument/2006/relationships/diagramColors" Target="../diagrams/colors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Bike Sharing Assignment</a:t>
            </a:r>
          </a:p>
        </p:txBody>
      </p:sp>
      <p:sp>
        <p:nvSpPr>
          <p:cNvPr id="3" name="Subtitle 2"/>
          <p:cNvSpPr>
            <a:spLocks noGrp="1"/>
          </p:cNvSpPr>
          <p:nvPr>
            <p:ph type="subTitle" idx="1"/>
          </p:nvPr>
        </p:nvSpPr>
        <p:spPr/>
        <p:txBody>
          <a:bodyPr/>
          <a:lstStyle/>
          <a:p>
            <a:r>
              <a:rPr lang="en-US" dirty="0" smtClean="0"/>
              <a:t>By Hanaa Parvez Khan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You are required to model the demand for shared bikes with the available independent variables. It will be used by the management to understand how exactly the demands vary with different features. They can accordingly manipulate the business strategy to meet the demand levels and meet the customer's expectations. Further, the model will be a good way for management to understand the demand dynamics of a new market.</a:t>
            </a:r>
          </a:p>
        </p:txBody>
      </p:sp>
      <p:sp>
        <p:nvSpPr>
          <p:cNvPr id="2" name="Title 1"/>
          <p:cNvSpPr>
            <a:spLocks noGrp="1"/>
          </p:cNvSpPr>
          <p:nvPr>
            <p:ph type="title"/>
          </p:nvPr>
        </p:nvSpPr>
        <p:spPr/>
        <p:txBody>
          <a:bodyPr/>
          <a:lstStyle/>
          <a:p>
            <a:r>
              <a:rPr lang="en-US" dirty="0" smtClean="0"/>
              <a:t>Business Goal</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600201"/>
          <a:ext cx="8534400" cy="236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dirty="0" smtClean="0"/>
              <a:t>Proposed Methodology</a:t>
            </a:r>
            <a:endParaRPr lang="en-US" dirty="0"/>
          </a:p>
        </p:txBody>
      </p:sp>
      <p:graphicFrame>
        <p:nvGraphicFramePr>
          <p:cNvPr id="5" name="Diagram 4"/>
          <p:cNvGraphicFramePr/>
          <p:nvPr/>
        </p:nvGraphicFramePr>
        <p:xfrm>
          <a:off x="457200" y="3733800"/>
          <a:ext cx="8534400" cy="23622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6" name="Diagram 5"/>
          <p:cNvGraphicFramePr/>
          <p:nvPr/>
        </p:nvGraphicFramePr>
        <p:xfrm>
          <a:off x="457200" y="5943600"/>
          <a:ext cx="8534400" cy="76200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609600" y="381000"/>
            <a:ext cx="4040188" cy="762000"/>
          </a:xfrm>
        </p:spPr>
        <p:txBody>
          <a:bodyPr/>
          <a:lstStyle/>
          <a:p>
            <a:r>
              <a:rPr lang="en-US" dirty="0" smtClean="0"/>
              <a:t>About Data</a:t>
            </a:r>
            <a:endParaRPr lang="en-US" dirty="0"/>
          </a:p>
        </p:txBody>
      </p:sp>
      <p:sp>
        <p:nvSpPr>
          <p:cNvPr id="7" name="Text Placeholder 6"/>
          <p:cNvSpPr>
            <a:spLocks noGrp="1"/>
          </p:cNvSpPr>
          <p:nvPr>
            <p:ph type="body" sz="half" idx="3"/>
          </p:nvPr>
        </p:nvSpPr>
        <p:spPr>
          <a:xfrm>
            <a:off x="4800600" y="457200"/>
            <a:ext cx="4041775" cy="762000"/>
          </a:xfrm>
        </p:spPr>
        <p:txBody>
          <a:bodyPr/>
          <a:lstStyle/>
          <a:p>
            <a:r>
              <a:rPr lang="en-US" dirty="0" smtClean="0"/>
              <a:t>Data Description</a:t>
            </a:r>
            <a:endParaRPr lang="en-US" dirty="0"/>
          </a:p>
        </p:txBody>
      </p:sp>
      <p:sp>
        <p:nvSpPr>
          <p:cNvPr id="6" name="Content Placeholder 5"/>
          <p:cNvSpPr>
            <a:spLocks noGrp="1"/>
          </p:cNvSpPr>
          <p:nvPr>
            <p:ph sz="quarter" idx="2"/>
          </p:nvPr>
        </p:nvSpPr>
        <p:spPr/>
        <p:txBody>
          <a:bodyPr>
            <a:normAutofit/>
          </a:bodyPr>
          <a:lstStyle/>
          <a:p>
            <a:r>
              <a:rPr lang="en-US" sz="2000" dirty="0"/>
              <a:t>Our data-set </a:t>
            </a:r>
            <a:r>
              <a:rPr lang="en-US" sz="2000" dirty="0" smtClean="0"/>
              <a:t>has </a:t>
            </a:r>
            <a:r>
              <a:rPr lang="en-US" sz="2000" dirty="0"/>
              <a:t>information from </a:t>
            </a:r>
            <a:r>
              <a:rPr lang="en-US" sz="2000" dirty="0" smtClean="0"/>
              <a:t>over 730 </a:t>
            </a:r>
            <a:r>
              <a:rPr lang="en-US" sz="2000" dirty="0"/>
              <a:t>days with 16 features</a:t>
            </a:r>
          </a:p>
        </p:txBody>
      </p:sp>
      <p:sp>
        <p:nvSpPr>
          <p:cNvPr id="8" name="Content Placeholder 7"/>
          <p:cNvSpPr>
            <a:spLocks noGrp="1"/>
          </p:cNvSpPr>
          <p:nvPr>
            <p:ph sz="quarter" idx="4"/>
          </p:nvPr>
        </p:nvSpPr>
        <p:spPr>
          <a:xfrm>
            <a:off x="4648200" y="1447800"/>
            <a:ext cx="4041775" cy="4551363"/>
          </a:xfrm>
        </p:spPr>
        <p:txBody>
          <a:bodyPr>
            <a:normAutofit fontScale="25000" lnSpcReduction="20000"/>
          </a:bodyPr>
          <a:lstStyle/>
          <a:p>
            <a:r>
              <a:rPr lang="en-US" sz="4800" i="1" dirty="0"/>
              <a:t>Record index</a:t>
            </a:r>
            <a:endParaRPr lang="en-US" sz="4800" dirty="0"/>
          </a:p>
          <a:p>
            <a:r>
              <a:rPr lang="en-US" sz="4800" i="1" dirty="0"/>
              <a:t>Date</a:t>
            </a:r>
            <a:endParaRPr lang="en-US" sz="4800" dirty="0"/>
          </a:p>
          <a:p>
            <a:r>
              <a:rPr lang="en-US" sz="4800" i="1" dirty="0"/>
              <a:t>Season (1:spring, 2:summer, 3:fall, 4:winter)</a:t>
            </a:r>
            <a:endParaRPr lang="en-US" sz="4800" dirty="0"/>
          </a:p>
          <a:p>
            <a:r>
              <a:rPr lang="en-US" sz="4800" i="1" dirty="0"/>
              <a:t>Year (0: 2011, 1:2012)</a:t>
            </a:r>
            <a:endParaRPr lang="en-US" sz="4800" dirty="0"/>
          </a:p>
          <a:p>
            <a:r>
              <a:rPr lang="en-US" sz="4800" i="1" dirty="0"/>
              <a:t>Month (1 to 12)</a:t>
            </a:r>
            <a:endParaRPr lang="en-US" sz="4800" dirty="0"/>
          </a:p>
          <a:p>
            <a:r>
              <a:rPr lang="en-US" sz="4800" dirty="0"/>
              <a:t>Hour (0 to 23)</a:t>
            </a:r>
          </a:p>
          <a:p>
            <a:r>
              <a:rPr lang="en-US" sz="4800" i="1" dirty="0"/>
              <a:t>Holiday : whether that day is holiday or not</a:t>
            </a:r>
            <a:endParaRPr lang="en-US" sz="4800" dirty="0"/>
          </a:p>
          <a:p>
            <a:r>
              <a:rPr lang="en-US" sz="4800" i="1" dirty="0"/>
              <a:t>Weekday : day of the week</a:t>
            </a:r>
            <a:endParaRPr lang="en-US" sz="4800" dirty="0"/>
          </a:p>
          <a:p>
            <a:r>
              <a:rPr lang="en-US" sz="4800" i="1" dirty="0"/>
              <a:t>Working-day : if day is neither weekend nor holiday , value is 1. Otherwise 0</a:t>
            </a:r>
            <a:endParaRPr lang="en-US" sz="4800" dirty="0"/>
          </a:p>
          <a:p>
            <a:r>
              <a:rPr lang="en-US" sz="4800" i="1" dirty="0"/>
              <a:t>Weather situation :</a:t>
            </a:r>
            <a:br>
              <a:rPr lang="en-US" sz="4800" i="1" dirty="0"/>
            </a:br>
            <a:r>
              <a:rPr lang="en-US" sz="4800" i="1" dirty="0"/>
              <a:t>— 1: Clear, Few clouds, Partly cloudy, Partly cloudy</a:t>
            </a:r>
            <a:br>
              <a:rPr lang="en-US" sz="4800" i="1" dirty="0"/>
            </a:br>
            <a:r>
              <a:rPr lang="en-US" sz="4800" i="1" dirty="0"/>
              <a:t>— 2: Mist + Cloudy, Mist + Broken clouds, Mist + Few clouds, Mist</a:t>
            </a:r>
            <a:br>
              <a:rPr lang="en-US" sz="4800" i="1" dirty="0"/>
            </a:br>
            <a:r>
              <a:rPr lang="en-US" sz="4800" i="1" dirty="0"/>
              <a:t>— 3: Light Snow, Light Rain + Thunderstorm + Scattered clouds, Light Rain + Scattered clouds</a:t>
            </a:r>
            <a:br>
              <a:rPr lang="en-US" sz="4800" i="1" dirty="0"/>
            </a:br>
            <a:r>
              <a:rPr lang="en-US" sz="4800" i="1" dirty="0"/>
              <a:t>— 4: Heavy Rain + Ice Pallets + Thunderstorm + Mist, Snow + Fog</a:t>
            </a:r>
            <a:endParaRPr lang="en-US" sz="4800" dirty="0"/>
          </a:p>
          <a:p>
            <a:r>
              <a:rPr lang="en-US" sz="4800" i="1" dirty="0"/>
              <a:t>Normalized temperature in Celsius. Values are divided to 41 (max)</a:t>
            </a:r>
            <a:endParaRPr lang="en-US" sz="4800" dirty="0"/>
          </a:p>
          <a:p>
            <a:r>
              <a:rPr lang="en-US" sz="4800" i="1" dirty="0"/>
              <a:t>Normalized feeling temperature in Celsius. Values are divided to 50 (max)</a:t>
            </a:r>
            <a:endParaRPr lang="en-US" sz="4800" dirty="0"/>
          </a:p>
          <a:p>
            <a:r>
              <a:rPr lang="en-US" sz="4800" i="1" dirty="0"/>
              <a:t>Normalized humidity. The values are divided to 100 (max)</a:t>
            </a:r>
            <a:endParaRPr lang="en-US" sz="4800" dirty="0"/>
          </a:p>
          <a:p>
            <a:r>
              <a:rPr lang="en-US" sz="4800" i="1" dirty="0"/>
              <a:t>Normalized wind speed. The values are divided to 67 (max)</a:t>
            </a:r>
            <a:endParaRPr lang="en-US" sz="4800" dirty="0"/>
          </a:p>
          <a:p>
            <a:r>
              <a:rPr lang="en-US" sz="4800" i="1" dirty="0"/>
              <a:t>Count of casual users</a:t>
            </a:r>
            <a:endParaRPr lang="en-US" sz="4800" dirty="0"/>
          </a:p>
          <a:p>
            <a:r>
              <a:rPr lang="en-US" sz="4800" i="1" dirty="0"/>
              <a:t>Count of registered users</a:t>
            </a:r>
            <a:endParaRPr lang="en-US" sz="4800" dirty="0"/>
          </a:p>
          <a:p>
            <a:r>
              <a:rPr lang="en-US" sz="4800" i="1" dirty="0"/>
              <a:t>Count of total rental bikes including both casual and registered</a:t>
            </a:r>
            <a:endParaRPr lang="en-US" sz="48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52600" y="381000"/>
            <a:ext cx="7481776" cy="457200"/>
          </a:xfrm>
        </p:spPr>
        <p:txBody>
          <a:bodyPr>
            <a:normAutofit fontScale="90000"/>
          </a:bodyPr>
          <a:lstStyle/>
          <a:p>
            <a:pPr algn="ctr"/>
            <a:r>
              <a:rPr lang="en-US" sz="3200" b="1" dirty="0"/>
              <a:t>Encoding the Labels</a:t>
            </a:r>
            <a:r>
              <a:rPr lang="en-US" dirty="0"/>
              <a:t/>
            </a:r>
            <a:br>
              <a:rPr lang="en-US" dirty="0"/>
            </a:br>
            <a:endParaRPr lang="en-US" dirty="0"/>
          </a:p>
        </p:txBody>
      </p:sp>
      <p:sp>
        <p:nvSpPr>
          <p:cNvPr id="9" name="Text Placeholder 8"/>
          <p:cNvSpPr>
            <a:spLocks noGrp="1"/>
          </p:cNvSpPr>
          <p:nvPr>
            <p:ph type="body" idx="2"/>
          </p:nvPr>
        </p:nvSpPr>
        <p:spPr>
          <a:xfrm>
            <a:off x="457200" y="1435100"/>
            <a:ext cx="3429000" cy="4691063"/>
          </a:xfrm>
        </p:spPr>
        <p:txBody>
          <a:bodyPr/>
          <a:lstStyle/>
          <a:p>
            <a:r>
              <a:rPr lang="en-US" sz="1800" dirty="0"/>
              <a:t>From the data it can be see that: season</a:t>
            </a:r>
            <a:r>
              <a:rPr lang="en-US" sz="1800" dirty="0" smtClean="0"/>
              <a:t>, yr, </a:t>
            </a:r>
            <a:r>
              <a:rPr lang="en-US" sz="1800" dirty="0" err="1" smtClean="0"/>
              <a:t>mnth</a:t>
            </a:r>
            <a:r>
              <a:rPr lang="en-US" sz="1800" dirty="0" smtClean="0"/>
              <a:t>, </a:t>
            </a:r>
            <a:r>
              <a:rPr lang="en-US" sz="1800" dirty="0" err="1" smtClean="0"/>
              <a:t>holiday,weekday,workingday,weathersit</a:t>
            </a:r>
            <a:r>
              <a:rPr lang="en-US" sz="1800" dirty="0" smtClean="0"/>
              <a:t> </a:t>
            </a:r>
            <a:r>
              <a:rPr lang="en-US" sz="1800" dirty="0"/>
              <a:t>all are categorical variables We will replace season</a:t>
            </a:r>
            <a:r>
              <a:rPr lang="en-US" sz="1800" dirty="0" smtClean="0"/>
              <a:t>, weekday </a:t>
            </a:r>
            <a:r>
              <a:rPr lang="en-US" sz="1800" dirty="0"/>
              <a:t>and </a:t>
            </a:r>
            <a:r>
              <a:rPr lang="en-US" sz="1800" dirty="0" err="1"/>
              <a:t>weathersit</a:t>
            </a:r>
            <a:r>
              <a:rPr lang="en-US" sz="1800" dirty="0"/>
              <a:t> with appropriate </a:t>
            </a:r>
            <a:r>
              <a:rPr lang="en-US" sz="1800" dirty="0" smtClean="0"/>
              <a:t>values</a:t>
            </a:r>
          </a:p>
          <a:p>
            <a:endParaRPr lang="en-US" dirty="0"/>
          </a:p>
          <a:p>
            <a:endParaRPr lang="en-US" dirty="0"/>
          </a:p>
        </p:txBody>
      </p:sp>
      <p:sp>
        <p:nvSpPr>
          <p:cNvPr id="8" name="Content Placeholder 7"/>
          <p:cNvSpPr>
            <a:spLocks noGrp="1"/>
          </p:cNvSpPr>
          <p:nvPr>
            <p:ph sz="half" idx="1"/>
          </p:nvPr>
        </p:nvSpPr>
        <p:spPr>
          <a:xfrm>
            <a:off x="4114800" y="273050"/>
            <a:ext cx="4572000" cy="5853113"/>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4038600" y="304800"/>
            <a:ext cx="4800600" cy="4724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0" y="5067300"/>
            <a:ext cx="9010650" cy="1790700"/>
          </a:xfrm>
          <a:prstGeom prst="rect">
            <a:avLst/>
          </a:prstGeom>
          <a:noFill/>
          <a:ln w="9525">
            <a:noFill/>
            <a:miter lim="800000"/>
            <a:headEnd/>
            <a:tailEnd/>
          </a:ln>
          <a:effectLst/>
        </p:spPr>
      </p:pic>
      <p:sp>
        <p:nvSpPr>
          <p:cNvPr id="14" name="TextBox 13"/>
          <p:cNvSpPr txBox="1"/>
          <p:nvPr/>
        </p:nvSpPr>
        <p:spPr>
          <a:xfrm>
            <a:off x="457200" y="4419600"/>
            <a:ext cx="1905000" cy="369332"/>
          </a:xfrm>
          <a:prstGeom prst="rect">
            <a:avLst/>
          </a:prstGeom>
          <a:noFill/>
        </p:spPr>
        <p:txBody>
          <a:bodyPr wrap="square" rtlCol="0">
            <a:spAutoFit/>
          </a:bodyPr>
          <a:lstStyle/>
          <a:p>
            <a:r>
              <a:rPr lang="en-US" b="1" dirty="0" smtClean="0"/>
              <a:t>After Encoding</a:t>
            </a:r>
            <a:endParaRPr lang="en-US" b="1" dirty="0"/>
          </a:p>
        </p:txBody>
      </p:sp>
      <p:sp>
        <p:nvSpPr>
          <p:cNvPr id="15" name="TextBox 14"/>
          <p:cNvSpPr txBox="1"/>
          <p:nvPr/>
        </p:nvSpPr>
        <p:spPr>
          <a:xfrm>
            <a:off x="2133600" y="3657600"/>
            <a:ext cx="1905000" cy="646331"/>
          </a:xfrm>
          <a:prstGeom prst="rect">
            <a:avLst/>
          </a:prstGeom>
          <a:noFill/>
        </p:spPr>
        <p:txBody>
          <a:bodyPr wrap="square" rtlCol="0">
            <a:spAutoFit/>
          </a:bodyPr>
          <a:lstStyle/>
          <a:p>
            <a:pPr algn="ctr"/>
            <a:r>
              <a:rPr lang="en-US" b="1" dirty="0" smtClean="0"/>
              <a:t>Before Encoding</a:t>
            </a:r>
            <a:endParaRPr lang="en-US" b="1" dirty="0"/>
          </a:p>
        </p:txBody>
      </p:sp>
      <p:sp>
        <p:nvSpPr>
          <p:cNvPr id="16" name="Notched Right Arrow 15"/>
          <p:cNvSpPr/>
          <p:nvPr/>
        </p:nvSpPr>
        <p:spPr>
          <a:xfrm>
            <a:off x="3810000" y="3733800"/>
            <a:ext cx="457200" cy="1524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Notched Right Arrow 16"/>
          <p:cNvSpPr/>
          <p:nvPr/>
        </p:nvSpPr>
        <p:spPr>
          <a:xfrm rot="5400000">
            <a:off x="1104900" y="4838700"/>
            <a:ext cx="419100" cy="1905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Numerical Variable Analysis</a:t>
            </a:r>
            <a:endParaRPr lang="en-US" dirty="0"/>
          </a:p>
        </p:txBody>
      </p:sp>
      <p:pic>
        <p:nvPicPr>
          <p:cNvPr id="2050" name="Picture 2"/>
          <p:cNvPicPr>
            <a:picLocks noChangeAspect="1" noChangeArrowheads="1"/>
          </p:cNvPicPr>
          <p:nvPr/>
        </p:nvPicPr>
        <p:blipFill>
          <a:blip r:embed="rId2">
            <a:duotone>
              <a:schemeClr val="bg2">
                <a:shade val="45000"/>
                <a:satMod val="135000"/>
              </a:schemeClr>
              <a:prstClr val="white"/>
            </a:duotone>
          </a:blip>
          <a:stretch>
            <a:fillRect/>
          </a:stretch>
        </p:blipFill>
        <p:spPr bwMode="auto">
          <a:xfrm>
            <a:off x="0" y="1447800"/>
            <a:ext cx="4953000" cy="2743200"/>
          </a:xfrm>
          <a:prstGeom prst="rect">
            <a:avLst/>
          </a:prstGeom>
          <a:noFill/>
          <a:ln>
            <a:noFill/>
          </a:ln>
        </p:spPr>
      </p:pic>
      <p:pic>
        <p:nvPicPr>
          <p:cNvPr id="2051" name="Picture 3"/>
          <p:cNvPicPr>
            <a:picLocks noChangeAspect="1" noChangeArrowheads="1"/>
          </p:cNvPicPr>
          <p:nvPr/>
        </p:nvPicPr>
        <p:blipFill>
          <a:blip r:embed="rId3">
            <a:duotone>
              <a:schemeClr val="bg2">
                <a:shade val="45000"/>
                <a:satMod val="135000"/>
              </a:schemeClr>
              <a:prstClr val="white"/>
            </a:duotone>
          </a:blip>
          <a:srcRect/>
          <a:stretch>
            <a:fillRect/>
          </a:stretch>
        </p:blipFill>
        <p:spPr bwMode="auto">
          <a:xfrm>
            <a:off x="4343400" y="1447800"/>
            <a:ext cx="4800600" cy="2819399"/>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duotone>
              <a:schemeClr val="bg2">
                <a:shade val="45000"/>
                <a:satMod val="135000"/>
              </a:schemeClr>
              <a:prstClr val="white"/>
            </a:duotone>
          </a:blip>
          <a:srcRect/>
          <a:stretch>
            <a:fillRect/>
          </a:stretch>
        </p:blipFill>
        <p:spPr bwMode="auto">
          <a:xfrm>
            <a:off x="1" y="4191000"/>
            <a:ext cx="4800600" cy="2667000"/>
          </a:xfrm>
          <a:prstGeom prst="rect">
            <a:avLst/>
          </a:prstGeom>
          <a:noFill/>
          <a:ln w="9525">
            <a:noFill/>
            <a:miter lim="800000"/>
            <a:headEnd/>
            <a:tailEnd/>
          </a:ln>
          <a:effectLst/>
        </p:spPr>
      </p:pic>
      <p:pic>
        <p:nvPicPr>
          <p:cNvPr id="2054" name="Picture 6"/>
          <p:cNvPicPr>
            <a:picLocks noChangeAspect="1" noChangeArrowheads="1"/>
          </p:cNvPicPr>
          <p:nvPr/>
        </p:nvPicPr>
        <p:blipFill>
          <a:blip r:embed="rId5">
            <a:duotone>
              <a:schemeClr val="bg2">
                <a:shade val="45000"/>
                <a:satMod val="135000"/>
              </a:schemeClr>
              <a:prstClr val="white"/>
            </a:duotone>
          </a:blip>
          <a:srcRect/>
          <a:stretch>
            <a:fillRect/>
          </a:stretch>
        </p:blipFill>
        <p:spPr bwMode="auto">
          <a:xfrm>
            <a:off x="4419600" y="4114800"/>
            <a:ext cx="4724400" cy="27432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9525">
            <a:noFill/>
            <a:miter lim="800000"/>
            <a:headEnd/>
            <a:tailEnd/>
          </a:ln>
          <a:effectLst/>
        </p:spPr>
      </p:pic>
      <p:sp>
        <p:nvSpPr>
          <p:cNvPr id="11" name="TextBox 10"/>
          <p:cNvSpPr txBox="1"/>
          <p:nvPr/>
        </p:nvSpPr>
        <p:spPr>
          <a:xfrm>
            <a:off x="685800" y="1524000"/>
            <a:ext cx="1981200" cy="923330"/>
          </a:xfrm>
          <a:prstGeom prst="rect">
            <a:avLst/>
          </a:prstGeom>
          <a:noFill/>
        </p:spPr>
        <p:txBody>
          <a:bodyPr wrap="square" rtlCol="0">
            <a:spAutoFit/>
          </a:bodyPr>
          <a:lstStyle/>
          <a:p>
            <a:r>
              <a:rPr lang="en-US" b="1" dirty="0">
                <a:solidFill>
                  <a:srgbClr val="FF0000"/>
                </a:solidFill>
              </a:rPr>
              <a:t>Bike Rentals are observed at higher temperatures</a:t>
            </a:r>
          </a:p>
        </p:txBody>
      </p:sp>
      <p:sp>
        <p:nvSpPr>
          <p:cNvPr id="12" name="TextBox 11"/>
          <p:cNvSpPr txBox="1"/>
          <p:nvPr/>
        </p:nvSpPr>
        <p:spPr>
          <a:xfrm>
            <a:off x="5105400" y="1524000"/>
            <a:ext cx="2057400" cy="1200329"/>
          </a:xfrm>
          <a:prstGeom prst="rect">
            <a:avLst/>
          </a:prstGeom>
          <a:noFill/>
        </p:spPr>
        <p:txBody>
          <a:bodyPr wrap="square" rtlCol="0">
            <a:spAutoFit/>
          </a:bodyPr>
          <a:lstStyle/>
          <a:p>
            <a:r>
              <a:rPr lang="en-US" b="1" dirty="0">
                <a:solidFill>
                  <a:srgbClr val="FF0000"/>
                </a:solidFill>
              </a:rPr>
              <a:t>Bike Rentals are observed at higher "feel-like" temperatures.</a:t>
            </a:r>
          </a:p>
        </p:txBody>
      </p:sp>
      <p:sp>
        <p:nvSpPr>
          <p:cNvPr id="13" name="TextBox 12"/>
          <p:cNvSpPr txBox="1"/>
          <p:nvPr/>
        </p:nvSpPr>
        <p:spPr>
          <a:xfrm>
            <a:off x="609600" y="4267200"/>
            <a:ext cx="2133600" cy="2031325"/>
          </a:xfrm>
          <a:prstGeom prst="rect">
            <a:avLst/>
          </a:prstGeom>
          <a:noFill/>
        </p:spPr>
        <p:txBody>
          <a:bodyPr wrap="square" rtlCol="0">
            <a:spAutoFit/>
          </a:bodyPr>
          <a:lstStyle/>
          <a:p>
            <a:r>
              <a:rPr lang="en-US" b="1" dirty="0">
                <a:solidFill>
                  <a:srgbClr val="FF0000"/>
                </a:solidFill>
              </a:rPr>
              <a:t>Temperature being directly proportional to Humidity, Bike Rentals are making during high humidity</a:t>
            </a:r>
          </a:p>
        </p:txBody>
      </p:sp>
      <p:sp>
        <p:nvSpPr>
          <p:cNvPr id="14" name="TextBox 13"/>
          <p:cNvSpPr txBox="1"/>
          <p:nvPr/>
        </p:nvSpPr>
        <p:spPr>
          <a:xfrm>
            <a:off x="4953000" y="4267200"/>
            <a:ext cx="2438400" cy="2031325"/>
          </a:xfrm>
          <a:prstGeom prst="rect">
            <a:avLst/>
          </a:prstGeom>
          <a:noFill/>
        </p:spPr>
        <p:txBody>
          <a:bodyPr wrap="square" rtlCol="0">
            <a:spAutoFit/>
          </a:bodyPr>
          <a:lstStyle/>
          <a:p>
            <a:r>
              <a:rPr lang="en-US" b="1" dirty="0">
                <a:solidFill>
                  <a:srgbClr val="FF0000"/>
                </a:solidFill>
              </a:rPr>
              <a:t>Wind speeds increase with a greater temperature difference</a:t>
            </a:r>
            <a:r>
              <a:rPr lang="en-US" b="1" dirty="0" smtClean="0">
                <a:solidFill>
                  <a:srgbClr val="FF0000"/>
                </a:solidFill>
              </a:rPr>
              <a:t>. Wind </a:t>
            </a:r>
            <a:r>
              <a:rPr lang="en-US" b="1" dirty="0">
                <a:solidFill>
                  <a:srgbClr val="FF0000"/>
                </a:solidFill>
              </a:rPr>
              <a:t>speed near the surface is most highly correlated with the temperature.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Visualizing the Relationship among </a:t>
            </a:r>
            <a:r>
              <a:rPr lang="en-US" b="1" dirty="0" smtClean="0"/>
              <a:t>variables(</a:t>
            </a:r>
            <a:r>
              <a:rPr lang="en-US" b="1" dirty="0" err="1" smtClean="0"/>
              <a:t>collinearity</a:t>
            </a:r>
            <a:r>
              <a:rPr lang="en-US" b="1" dirty="0" smtClean="0"/>
              <a:t>)</a:t>
            </a:r>
            <a:endParaRPr lang="en-US" b="1" dirty="0"/>
          </a:p>
        </p:txBody>
      </p:sp>
      <p:pic>
        <p:nvPicPr>
          <p:cNvPr id="3076" name="Picture 4"/>
          <p:cNvPicPr>
            <a:picLocks noChangeAspect="1" noChangeArrowheads="1"/>
          </p:cNvPicPr>
          <p:nvPr/>
        </p:nvPicPr>
        <p:blipFill>
          <a:blip r:embed="rId2"/>
          <a:srcRect/>
          <a:stretch>
            <a:fillRect/>
          </a:stretch>
        </p:blipFill>
        <p:spPr bwMode="auto">
          <a:xfrm>
            <a:off x="762000" y="1752600"/>
            <a:ext cx="7543800" cy="44704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0" y="1004887"/>
            <a:ext cx="8991600" cy="5853113"/>
          </a:xfrm>
        </p:spPr>
        <p:txBody>
          <a:bodyPr>
            <a:normAutofit/>
          </a:bodyPr>
          <a:lstStyle/>
          <a:p>
            <a:pPr>
              <a:buNone/>
            </a:pPr>
            <a:r>
              <a:rPr lang="en-US" sz="1600" dirty="0" smtClean="0">
                <a:latin typeface="Calibri" pitchFamily="34" charset="0"/>
                <a:cs typeface="Calibri" pitchFamily="34" charset="0"/>
              </a:rPr>
              <a:t>1)The demand of bike is less in the month of spring when compared with other seasons</a:t>
            </a:r>
          </a:p>
          <a:p>
            <a:pPr>
              <a:buNone/>
            </a:pPr>
            <a:r>
              <a:rPr lang="en-US" sz="1600" dirty="0" smtClean="0">
                <a:latin typeface="Calibri" pitchFamily="34" charset="0"/>
                <a:cs typeface="Calibri" pitchFamily="34" charset="0"/>
              </a:rPr>
              <a:t>2)The demand bike increased in the year 2019 when compared with year 2018.</a:t>
            </a:r>
          </a:p>
          <a:p>
            <a:pPr>
              <a:buNone/>
            </a:pPr>
            <a:r>
              <a:rPr lang="en-US" sz="1600" dirty="0" smtClean="0">
                <a:latin typeface="Calibri" pitchFamily="34" charset="0"/>
                <a:cs typeface="Calibri" pitchFamily="34" charset="0"/>
              </a:rPr>
              <a:t>3)Month Jun to Sep is the period when bike demand is high. The Month Jan is the lowest demand month.</a:t>
            </a:r>
          </a:p>
          <a:p>
            <a:pPr>
              <a:buNone/>
            </a:pPr>
            <a:r>
              <a:rPr lang="en-US" sz="1600" dirty="0" smtClean="0">
                <a:latin typeface="Calibri" pitchFamily="34" charset="0"/>
                <a:cs typeface="Calibri" pitchFamily="34" charset="0"/>
              </a:rPr>
              <a:t>4)The demand of bike is almost similar throughout the weekdays.</a:t>
            </a:r>
          </a:p>
          <a:p>
            <a:pPr>
              <a:buNone/>
            </a:pPr>
            <a:r>
              <a:rPr lang="en-US" sz="1600" dirty="0" smtClean="0">
                <a:latin typeface="Calibri" pitchFamily="34" charset="0"/>
                <a:cs typeface="Calibri" pitchFamily="34" charset="0"/>
              </a:rPr>
              <a:t>5)There is no significant change in bike demand with </a:t>
            </a:r>
            <a:r>
              <a:rPr lang="en-US" sz="1600" dirty="0" err="1" smtClean="0">
                <a:latin typeface="Calibri" pitchFamily="34" charset="0"/>
                <a:cs typeface="Calibri" pitchFamily="34" charset="0"/>
              </a:rPr>
              <a:t>workign</a:t>
            </a:r>
            <a:r>
              <a:rPr lang="en-US" sz="1600" dirty="0" smtClean="0">
                <a:latin typeface="Calibri" pitchFamily="34" charset="0"/>
                <a:cs typeface="Calibri" pitchFamily="34" charset="0"/>
              </a:rPr>
              <a:t> day and non working day.</a:t>
            </a:r>
          </a:p>
          <a:p>
            <a:pPr>
              <a:buNone/>
            </a:pPr>
            <a:r>
              <a:rPr lang="en-US" sz="1600" dirty="0" smtClean="0">
                <a:latin typeface="Calibri" pitchFamily="34" charset="0"/>
                <a:cs typeface="Calibri" pitchFamily="34" charset="0"/>
              </a:rPr>
              <a:t>6)The bike demand is high when weather is clear and Few clouds however demand is less in case of </a:t>
            </a:r>
            <a:r>
              <a:rPr lang="en-US" sz="1600" dirty="0" err="1" smtClean="0">
                <a:latin typeface="Calibri" pitchFamily="34" charset="0"/>
                <a:cs typeface="Calibri" pitchFamily="34" charset="0"/>
              </a:rPr>
              <a:t>Lightsnow</a:t>
            </a:r>
            <a:r>
              <a:rPr lang="en-US" sz="1600" dirty="0" smtClean="0">
                <a:latin typeface="Calibri" pitchFamily="34" charset="0"/>
                <a:cs typeface="Calibri" pitchFamily="34" charset="0"/>
              </a:rPr>
              <a:t> and light rainfall. 7)We do not have any </a:t>
            </a:r>
            <a:r>
              <a:rPr lang="en-US" sz="1600" dirty="0" err="1" smtClean="0">
                <a:latin typeface="Calibri" pitchFamily="34" charset="0"/>
                <a:cs typeface="Calibri" pitchFamily="34" charset="0"/>
              </a:rPr>
              <a:t>dat</a:t>
            </a:r>
            <a:r>
              <a:rPr lang="en-US" sz="1600" dirty="0" smtClean="0">
                <a:latin typeface="Calibri" pitchFamily="34" charset="0"/>
                <a:cs typeface="Calibri" pitchFamily="34" charset="0"/>
              </a:rPr>
              <a:t> for Heavy Rain + Ice Pallets + Thunderstorm + Mist, Snow + Fog , so we can not derive any conclusion. May be the company is not operating on those days or there is no demand of bike.</a:t>
            </a:r>
            <a:endParaRPr lang="en-US" sz="1600" dirty="0">
              <a:latin typeface="Calibri" pitchFamily="34" charset="0"/>
              <a:cs typeface="Calibri" pitchFamily="34" charset="0"/>
            </a:endParaRPr>
          </a:p>
        </p:txBody>
      </p:sp>
      <p:pic>
        <p:nvPicPr>
          <p:cNvPr id="4098" name="Picture 2"/>
          <p:cNvPicPr>
            <a:picLocks noChangeAspect="1" noChangeArrowheads="1"/>
          </p:cNvPicPr>
          <p:nvPr/>
        </p:nvPicPr>
        <p:blipFill>
          <a:blip r:embed="rId2"/>
          <a:srcRect/>
          <a:stretch>
            <a:fillRect/>
          </a:stretch>
        </p:blipFill>
        <p:spPr bwMode="auto">
          <a:xfrm>
            <a:off x="0" y="3581400"/>
            <a:ext cx="9144000" cy="3276600"/>
          </a:xfrm>
          <a:prstGeom prst="rect">
            <a:avLst/>
          </a:prstGeom>
          <a:noFill/>
          <a:ln w="9525">
            <a:noFill/>
            <a:miter lim="800000"/>
            <a:headEnd/>
            <a:tailEnd/>
          </a:ln>
          <a:effectLst/>
        </p:spPr>
      </p:pic>
      <p:sp>
        <p:nvSpPr>
          <p:cNvPr id="8" name="TextBox 7"/>
          <p:cNvSpPr txBox="1"/>
          <p:nvPr/>
        </p:nvSpPr>
        <p:spPr>
          <a:xfrm>
            <a:off x="1828800" y="0"/>
            <a:ext cx="5257800" cy="584775"/>
          </a:xfrm>
          <a:prstGeom prst="rect">
            <a:avLst/>
          </a:prstGeom>
          <a:noFill/>
        </p:spPr>
        <p:txBody>
          <a:bodyPr wrap="square" rtlCol="0">
            <a:spAutoFit/>
          </a:bodyPr>
          <a:lstStyle/>
          <a:p>
            <a:pPr algn="ctr"/>
            <a:r>
              <a:rPr lang="en-US" sz="3200" b="1" dirty="0" smtClean="0"/>
              <a:t>Categorical Variable Analysis</a:t>
            </a:r>
            <a:endParaRPr lang="en-US" sz="32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81776" cy="457200"/>
          </a:xfrm>
        </p:spPr>
        <p:txBody>
          <a:bodyPr/>
          <a:lstStyle/>
          <a:p>
            <a:pPr algn="l"/>
            <a:r>
              <a:rPr lang="en-US" b="1" dirty="0" smtClean="0"/>
              <a:t>Building Liner Model</a:t>
            </a:r>
            <a:endParaRPr lang="en-US" b="1" dirty="0"/>
          </a:p>
        </p:txBody>
      </p:sp>
      <p:sp>
        <p:nvSpPr>
          <p:cNvPr id="4" name="Text Placeholder 3"/>
          <p:cNvSpPr>
            <a:spLocks noGrp="1"/>
          </p:cNvSpPr>
          <p:nvPr>
            <p:ph type="body" idx="2"/>
          </p:nvPr>
        </p:nvSpPr>
        <p:spPr>
          <a:xfrm>
            <a:off x="152400" y="990600"/>
            <a:ext cx="3974592" cy="914400"/>
          </a:xfrm>
        </p:spPr>
        <p:txBody>
          <a:bodyPr>
            <a:noAutofit/>
          </a:bodyPr>
          <a:lstStyle/>
          <a:p>
            <a:pPr algn="l"/>
            <a:r>
              <a:rPr lang="en-US" sz="1800" dirty="0" smtClean="0"/>
              <a:t>Use RFE Approach for FEATURE SELECTION. On the side you can see a summary of the model build along-with all the features selected</a:t>
            </a:r>
            <a:endParaRPr lang="en-US" sz="1800" dirty="0"/>
          </a:p>
        </p:txBody>
      </p:sp>
      <p:pic>
        <p:nvPicPr>
          <p:cNvPr id="5124" name="Picture 4"/>
          <p:cNvPicPr>
            <a:picLocks noChangeAspect="1" noChangeArrowheads="1"/>
          </p:cNvPicPr>
          <p:nvPr/>
        </p:nvPicPr>
        <p:blipFill>
          <a:blip r:embed="rId2"/>
          <a:srcRect/>
          <a:stretch>
            <a:fillRect/>
          </a:stretch>
        </p:blipFill>
        <p:spPr bwMode="auto">
          <a:xfrm>
            <a:off x="4038600" y="0"/>
            <a:ext cx="5105400" cy="634365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0" y="914400"/>
            <a:ext cx="7481776" cy="457200"/>
          </a:xfrm>
        </p:spPr>
        <p:txBody>
          <a:bodyPr/>
          <a:lstStyle/>
          <a:p>
            <a:pPr algn="ctr"/>
            <a:r>
              <a:rPr lang="en-US" sz="2000" b="1" dirty="0">
                <a:solidFill>
                  <a:schemeClr val="tx1"/>
                </a:solidFill>
              </a:rPr>
              <a:t>Variance Inflation Factor(VIF</a:t>
            </a:r>
            <a:r>
              <a:rPr lang="en-US" sz="2000" b="1" dirty="0" smtClean="0">
                <a:solidFill>
                  <a:schemeClr val="tx1"/>
                </a:solidFill>
              </a:rPr>
              <a:t>)</a:t>
            </a:r>
            <a:r>
              <a:rPr lang="en-US" sz="2000" b="1" dirty="0">
                <a:solidFill>
                  <a:schemeClr val="tx1"/>
                </a:solidFill>
              </a:rPr>
              <a:t/>
            </a:r>
            <a:br>
              <a:rPr lang="en-US" sz="2000" b="1" dirty="0">
                <a:solidFill>
                  <a:schemeClr val="tx1"/>
                </a:solidFill>
              </a:rPr>
            </a:br>
            <a:endParaRPr lang="en-US" sz="2000" b="1" dirty="0">
              <a:solidFill>
                <a:schemeClr val="tx1"/>
              </a:solidFill>
            </a:endParaRPr>
          </a:p>
        </p:txBody>
      </p:sp>
      <p:sp>
        <p:nvSpPr>
          <p:cNvPr id="4" name="Text Placeholder 3"/>
          <p:cNvSpPr>
            <a:spLocks noGrp="1"/>
          </p:cNvSpPr>
          <p:nvPr>
            <p:ph type="body" idx="2"/>
          </p:nvPr>
        </p:nvSpPr>
        <p:spPr>
          <a:xfrm>
            <a:off x="5029200" y="1447800"/>
            <a:ext cx="3974592" cy="914400"/>
          </a:xfrm>
        </p:spPr>
        <p:txBody>
          <a:bodyPr>
            <a:noAutofit/>
          </a:bodyPr>
          <a:lstStyle/>
          <a:p>
            <a:pPr algn="ctr"/>
            <a:r>
              <a:rPr lang="en-US" sz="2000" dirty="0"/>
              <a:t>A rule of thumb for interpreting the </a:t>
            </a:r>
            <a:r>
              <a:rPr lang="en-US" sz="2000" b="1" dirty="0"/>
              <a:t>variance inflation factor</a:t>
            </a:r>
            <a:r>
              <a:rPr lang="en-US" sz="2000" dirty="0"/>
              <a:t>: 1 = not correlated. Between 1 and </a:t>
            </a:r>
            <a:r>
              <a:rPr lang="en-US" sz="2000" b="1" dirty="0"/>
              <a:t>5</a:t>
            </a:r>
            <a:r>
              <a:rPr lang="en-US" sz="2000" dirty="0"/>
              <a:t> = moderately correlated. Greater than </a:t>
            </a:r>
            <a:r>
              <a:rPr lang="en-US" sz="2000" b="1" dirty="0"/>
              <a:t>5</a:t>
            </a:r>
            <a:r>
              <a:rPr lang="en-US" sz="2000" dirty="0"/>
              <a:t> = highly correlated</a:t>
            </a:r>
          </a:p>
        </p:txBody>
      </p:sp>
      <p:pic>
        <p:nvPicPr>
          <p:cNvPr id="6147" name="Picture 3"/>
          <p:cNvPicPr>
            <a:picLocks noGrp="1" noChangeAspect="1" noChangeArrowheads="1"/>
          </p:cNvPicPr>
          <p:nvPr>
            <p:ph sz="half" idx="1"/>
          </p:nvPr>
        </p:nvPicPr>
        <p:blipFill>
          <a:blip r:embed="rId2"/>
          <a:stretch>
            <a:fillRect/>
          </a:stretch>
        </p:blipFill>
        <p:spPr bwMode="auto">
          <a:xfrm>
            <a:off x="381000" y="3352800"/>
            <a:ext cx="4114800" cy="2952750"/>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a:srcRect/>
          <a:stretch>
            <a:fillRect/>
          </a:stretch>
        </p:blipFill>
        <p:spPr bwMode="auto">
          <a:xfrm>
            <a:off x="5486400" y="3371850"/>
            <a:ext cx="3200400" cy="3486150"/>
          </a:xfrm>
          <a:prstGeom prst="rect">
            <a:avLst/>
          </a:prstGeom>
          <a:noFill/>
          <a:ln w="9525">
            <a:noFill/>
            <a:miter lim="800000"/>
            <a:headEnd/>
            <a:tailEnd/>
          </a:ln>
          <a:effectLst/>
        </p:spPr>
      </p:pic>
      <p:sp>
        <p:nvSpPr>
          <p:cNvPr id="6" name="Title 1"/>
          <p:cNvSpPr txBox="1">
            <a:spLocks/>
          </p:cNvSpPr>
          <p:nvPr/>
        </p:nvSpPr>
        <p:spPr>
          <a:xfrm>
            <a:off x="152400" y="762000"/>
            <a:ext cx="4953000" cy="1143000"/>
          </a:xfrm>
          <a:prstGeom prst="rect">
            <a:avLst/>
          </a:prstGeom>
        </p:spPr>
        <p:txBody>
          <a:bodyPr vert="horz" lIns="91440" tIns="45720" rIns="91440" bIns="45720" rtlCol="0" anchor="b">
            <a:normAutofit/>
          </a:bodyPr>
          <a:lstStyle/>
          <a:p>
            <a:pPr algn="ctr">
              <a:spcBef>
                <a:spcPct val="0"/>
              </a:spcBef>
            </a:pPr>
            <a:r>
              <a:rPr lang="en-US" sz="2000" b="1" dirty="0"/>
              <a:t>Residual Analysis of the train data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
            </a:r>
            <a:br>
              <a:rPr kumimoji="0" lang="en-US" sz="2000" b="1" i="0" u="none" strike="noStrike" kern="1200" cap="none" spc="0" normalizeH="0" baseline="0" noProof="0" dirty="0" smtClean="0">
                <a:ln>
                  <a:noFill/>
                </a:ln>
                <a:solidFill>
                  <a:schemeClr val="tx1"/>
                </a:solidFill>
                <a:effectLst/>
                <a:uLnTx/>
                <a:uFillTx/>
                <a:latin typeface="+mj-lt"/>
                <a:ea typeface="+mj-ea"/>
                <a:cs typeface="+mj-cs"/>
              </a:rPr>
            </a:br>
            <a:endParaRPr kumimoji="0" lang="en-US" sz="2000" b="1"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8" name="TextBox 7"/>
          <p:cNvSpPr txBox="1"/>
          <p:nvPr/>
        </p:nvSpPr>
        <p:spPr>
          <a:xfrm>
            <a:off x="609600" y="1600200"/>
            <a:ext cx="3962400" cy="1200329"/>
          </a:xfrm>
          <a:prstGeom prst="rect">
            <a:avLst/>
          </a:prstGeom>
          <a:noFill/>
        </p:spPr>
        <p:txBody>
          <a:bodyPr wrap="square" rtlCol="0">
            <a:spAutoFit/>
          </a:bodyPr>
          <a:lstStyle/>
          <a:p>
            <a:r>
              <a:rPr lang="en-US" dirty="0" smtClean="0"/>
              <a:t>In the below residual analysis we can the assumption is followed which is that the errors are independent and normally distributed</a:t>
            </a:r>
            <a:endParaRPr lang="en-US" dirty="0"/>
          </a:p>
        </p:txBody>
      </p:sp>
      <p:cxnSp>
        <p:nvCxnSpPr>
          <p:cNvPr id="10" name="Straight Connector 9"/>
          <p:cNvCxnSpPr/>
          <p:nvPr/>
        </p:nvCxnSpPr>
        <p:spPr>
          <a:xfrm rot="5400000">
            <a:off x="1981200" y="3581400"/>
            <a:ext cx="5791200" cy="158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52400"/>
            <a:ext cx="4114800" cy="1162050"/>
          </a:xfrm>
        </p:spPr>
        <p:txBody>
          <a:bodyPr>
            <a:noAutofit/>
          </a:bodyPr>
          <a:lstStyle/>
          <a:p>
            <a:pPr algn="ctr"/>
            <a:r>
              <a:rPr lang="en-US" sz="3200" b="1" dirty="0"/>
              <a:t>Model Evaluation</a:t>
            </a:r>
            <a:r>
              <a:rPr lang="en-US" sz="3200" dirty="0"/>
              <a:t/>
            </a:r>
            <a:br>
              <a:rPr lang="en-US" sz="3200" dirty="0"/>
            </a:br>
            <a:endParaRPr lang="en-US" sz="3200" dirty="0"/>
          </a:p>
        </p:txBody>
      </p:sp>
      <p:sp>
        <p:nvSpPr>
          <p:cNvPr id="4" name="Text Placeholder 3"/>
          <p:cNvSpPr>
            <a:spLocks noGrp="1"/>
          </p:cNvSpPr>
          <p:nvPr>
            <p:ph type="body" idx="2"/>
          </p:nvPr>
        </p:nvSpPr>
        <p:spPr>
          <a:xfrm>
            <a:off x="6324600" y="4495800"/>
            <a:ext cx="2819400" cy="914400"/>
          </a:xfrm>
        </p:spPr>
        <p:txBody>
          <a:bodyPr>
            <a:normAutofit fontScale="77500" lnSpcReduction="20000"/>
          </a:bodyPr>
          <a:lstStyle/>
          <a:p>
            <a:pPr algn="ctr"/>
            <a:r>
              <a:rPr lang="en-US" sz="2800" dirty="0" smtClean="0"/>
              <a:t>The R-squared score for the given model is </a:t>
            </a:r>
            <a:r>
              <a:rPr lang="en-US" sz="2800" b="1" dirty="0" smtClean="0"/>
              <a:t>.81</a:t>
            </a:r>
          </a:p>
          <a:p>
            <a:endParaRPr lang="en-US" dirty="0"/>
          </a:p>
        </p:txBody>
      </p:sp>
      <p:sp>
        <p:nvSpPr>
          <p:cNvPr id="3" name="Content Placeholder 2"/>
          <p:cNvSpPr>
            <a:spLocks noGrp="1"/>
          </p:cNvSpPr>
          <p:nvPr>
            <p:ph sz="half" idx="1"/>
          </p:nvPr>
        </p:nvSpPr>
        <p:spPr>
          <a:xfrm>
            <a:off x="914400" y="914400"/>
            <a:ext cx="7479792" cy="4572000"/>
          </a:xfrm>
        </p:spPr>
        <p:txBody>
          <a:bodyPr>
            <a:normAutofit/>
          </a:bodyPr>
          <a:lstStyle/>
          <a:p>
            <a:pPr>
              <a:buNone/>
            </a:pPr>
            <a:r>
              <a:rPr lang="en-US" sz="2400" b="1" dirty="0" smtClean="0"/>
              <a:t>r</a:t>
            </a:r>
            <a:r>
              <a:rPr lang="en-US" sz="2400" dirty="0" smtClean="0"/>
              <a:t>-</a:t>
            </a:r>
            <a:r>
              <a:rPr lang="en-US" sz="2400" b="1" dirty="0" smtClean="0"/>
              <a:t>squared</a:t>
            </a:r>
            <a:r>
              <a:rPr lang="en-US" sz="2400" dirty="0"/>
              <a:t> = </a:t>
            </a:r>
            <a:r>
              <a:rPr lang="en-US" sz="2400" b="1" dirty="0"/>
              <a:t>81</a:t>
            </a:r>
            <a:r>
              <a:rPr lang="en-US" sz="2400" dirty="0"/>
              <a:t>% means: </a:t>
            </a:r>
            <a:r>
              <a:rPr lang="en-US" sz="2400" b="1" dirty="0"/>
              <a:t>81</a:t>
            </a:r>
            <a:r>
              <a:rPr lang="en-US" sz="2400" dirty="0"/>
              <a:t>% less variance around the regression line than mean line. ... Actual data is </a:t>
            </a:r>
            <a:r>
              <a:rPr lang="en-US" sz="2400" b="1" dirty="0"/>
              <a:t>81</a:t>
            </a:r>
            <a:r>
              <a:rPr lang="en-US" sz="2400" dirty="0"/>
              <a:t>% close to the regression line than mean line. </a:t>
            </a:r>
            <a:r>
              <a:rPr lang="en-US" sz="2400" b="1" dirty="0"/>
              <a:t>81</a:t>
            </a:r>
            <a:r>
              <a:rPr lang="en-US" sz="2400" dirty="0"/>
              <a:t>% better prediction of actual </a:t>
            </a:r>
            <a:r>
              <a:rPr lang="en-US" sz="2400" b="1" dirty="0"/>
              <a:t>values</a:t>
            </a:r>
            <a:r>
              <a:rPr lang="en-US" sz="2400" dirty="0"/>
              <a:t> using regression line than mean </a:t>
            </a:r>
            <a:r>
              <a:rPr lang="en-US" sz="2400" dirty="0" smtClean="0"/>
              <a:t>line</a:t>
            </a:r>
          </a:p>
          <a:p>
            <a:pPr>
              <a:buNone/>
            </a:pPr>
            <a:r>
              <a:rPr lang="en-US" sz="2000" b="1" i="1" dirty="0" smtClean="0"/>
              <a:t>“There is 81</a:t>
            </a:r>
            <a:r>
              <a:rPr lang="en-US" sz="2000" b="1" i="1" dirty="0"/>
              <a:t>% less error between predicted values and actual </a:t>
            </a:r>
            <a:r>
              <a:rPr lang="en-US" sz="2000" b="1" i="1" dirty="0" smtClean="0"/>
              <a:t>values”</a:t>
            </a:r>
            <a:endParaRPr lang="en-US" sz="2000" b="1" i="1" dirty="0"/>
          </a:p>
        </p:txBody>
      </p:sp>
      <p:pic>
        <p:nvPicPr>
          <p:cNvPr id="7170" name="Picture 2"/>
          <p:cNvPicPr>
            <a:picLocks noChangeAspect="1" noChangeArrowheads="1"/>
          </p:cNvPicPr>
          <p:nvPr/>
        </p:nvPicPr>
        <p:blipFill>
          <a:blip r:embed="rId2"/>
          <a:srcRect/>
          <a:stretch>
            <a:fillRect/>
          </a:stretch>
        </p:blipFill>
        <p:spPr bwMode="auto">
          <a:xfrm>
            <a:off x="0" y="3581400"/>
            <a:ext cx="6477000" cy="32766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sz="2400" dirty="0"/>
              <a:t>The top 5 variables that are seen effecting and benefitting the Bike Rental count are as follows:</a:t>
            </a:r>
          </a:p>
          <a:p>
            <a:r>
              <a:rPr lang="en-US" sz="2400" dirty="0"/>
              <a:t>Spring season : -0.6842</a:t>
            </a:r>
          </a:p>
          <a:p>
            <a:r>
              <a:rPr lang="en-US" sz="2400" dirty="0"/>
              <a:t>Temperature : 0.3999</a:t>
            </a:r>
          </a:p>
          <a:p>
            <a:r>
              <a:rPr lang="en-US" sz="2400" dirty="0"/>
              <a:t>Mist : -0.3647</a:t>
            </a:r>
          </a:p>
          <a:p>
            <a:r>
              <a:rPr lang="en-US" sz="2400" dirty="0"/>
              <a:t>Sun : 0.2749</a:t>
            </a:r>
          </a:p>
          <a:p>
            <a:r>
              <a:rPr lang="en-US" sz="2400" dirty="0"/>
              <a:t>working_day : 0.2327</a:t>
            </a:r>
          </a:p>
          <a:p>
            <a:endParaRPr lang="en-US" dirty="0"/>
          </a:p>
        </p:txBody>
      </p:sp>
      <p:sp>
        <p:nvSpPr>
          <p:cNvPr id="5" name="Title 4"/>
          <p:cNvSpPr>
            <a:spLocks noGrp="1"/>
          </p:cNvSpPr>
          <p:nvPr>
            <p:ph type="title"/>
          </p:nvPr>
        </p:nvSpPr>
        <p:spPr/>
        <p:txBody>
          <a:bodyPr>
            <a:normAutofit/>
          </a:bodyPr>
          <a:lstStyle/>
          <a:p>
            <a:r>
              <a:rPr lang="en-US" b="1" dirty="0" smtClean="0"/>
              <a:t>Conclusion</a:t>
            </a:r>
            <a:endParaRPr lang="en-US" b="1" dirty="0"/>
          </a:p>
        </p:txBody>
      </p:sp>
      <p:pic>
        <p:nvPicPr>
          <p:cNvPr id="8194" name="Picture 2"/>
          <p:cNvPicPr>
            <a:picLocks noChangeAspect="1" noChangeArrowheads="1"/>
          </p:cNvPicPr>
          <p:nvPr/>
        </p:nvPicPr>
        <p:blipFill>
          <a:blip r:embed="rId2"/>
          <a:srcRect/>
          <a:stretch>
            <a:fillRect/>
          </a:stretch>
        </p:blipFill>
        <p:spPr bwMode="auto">
          <a:xfrm>
            <a:off x="5410200" y="2286000"/>
            <a:ext cx="2971800" cy="391477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971800"/>
            <a:ext cx="8229600" cy="1143000"/>
          </a:xfrm>
        </p:spPr>
        <p:txBody>
          <a:bodyPr/>
          <a:lstStyle/>
          <a:p>
            <a:r>
              <a:rPr lang="en-US" b="1" dirty="0" smtClean="0"/>
              <a:t>Thank You</a:t>
            </a:r>
            <a:endParaRPr lang="en-US"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238</TotalTime>
  <Words>621</Words>
  <Application>Microsoft Office PowerPoint</Application>
  <PresentationFormat>On-screen Show (4:3)</PresentationFormat>
  <Paragraphs>83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Concourse</vt:lpstr>
      <vt:lpstr>Bike Sharing Assignment</vt:lpstr>
      <vt:lpstr>Business Goal</vt:lpstr>
      <vt:lpstr>Proposed Methodology</vt:lpstr>
      <vt:lpstr>Slide 4</vt:lpstr>
      <vt:lpstr>Encoding the Labels </vt:lpstr>
      <vt:lpstr>Numerical Variable Analysis</vt:lpstr>
      <vt:lpstr>Visualizing the Relationship among variables(collinearity)</vt:lpstr>
      <vt:lpstr>Slide 8</vt:lpstr>
      <vt:lpstr>Building Liner Model</vt:lpstr>
      <vt:lpstr>Variance Inflation Factor(VIF) </vt:lpstr>
      <vt:lpstr>Model Evaluation </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Sharing Assignment</dc:title>
  <dc:creator>user</dc:creator>
  <cp:lastModifiedBy>user</cp:lastModifiedBy>
  <cp:revision>5</cp:revision>
  <dcterms:created xsi:type="dcterms:W3CDTF">2021-03-08T03:30:36Z</dcterms:created>
  <dcterms:modified xsi:type="dcterms:W3CDTF">2021-03-08T17:08:00Z</dcterms:modified>
</cp:coreProperties>
</file>